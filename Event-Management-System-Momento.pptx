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5"/>
  </p:notesMasterIdLst>
  <p:sldIdLst>
    <p:sldId id="266" r:id="rId2"/>
    <p:sldId id="256" r:id="rId3"/>
    <p:sldId id="257" r:id="rId4"/>
    <p:sldId id="258" r:id="rId5"/>
    <p:sldId id="259" r:id="rId6"/>
    <p:sldId id="260" r:id="rId7"/>
    <p:sldId id="261" r:id="rId8"/>
    <p:sldId id="262" r:id="rId9"/>
    <p:sldId id="263" r:id="rId10"/>
    <p:sldId id="264" r:id="rId11"/>
    <p:sldId id="265" r:id="rId12"/>
    <p:sldId id="292" r:id="rId13"/>
    <p:sldId id="293" r:id="rId14"/>
    <p:sldId id="269" r:id="rId15"/>
    <p:sldId id="270" r:id="rId16"/>
    <p:sldId id="296" r:id="rId17"/>
    <p:sldId id="297" r:id="rId18"/>
    <p:sldId id="298" r:id="rId19"/>
    <p:sldId id="268" r:id="rId20"/>
    <p:sldId id="294" r:id="rId21"/>
    <p:sldId id="295"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9" r:id="rId44"/>
  </p:sldIdLst>
  <p:sldSz cx="14630400" cy="8229600"/>
  <p:notesSz cx="8229600" cy="14630400"/>
  <p:embeddedFontLst>
    <p:embeddedFont>
      <p:font typeface="Cambria" panose="02040503050406030204" pitchFamily="18" charset="0"/>
      <p:regular r:id="rId46"/>
      <p:bold r:id="rId47"/>
      <p:italic r:id="rId48"/>
      <p:boldItalic r:id="rId49"/>
    </p:embeddedFont>
    <p:embeddedFont>
      <p:font typeface="Montserrat Bold" panose="020B0604020202020204" charset="0"/>
      <p:bold r:id="rId50"/>
    </p:embeddedFont>
    <p:embeddedFont>
      <p:font typeface="Source Sans 3" panose="020B0604020202020204" charset="0"/>
      <p:regular r:id="rId5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44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2.fntdata"/><Relationship Id="rId50" Type="http://schemas.openxmlformats.org/officeDocument/2006/relationships/font" Target="fonts/font5.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3.fntdata"/><Relationship Id="rId5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font" Target="fonts/font6.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1.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4.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vekgosai361@gmail.com" userId="6b75d97af170ae39" providerId="LiveId" clId="{C3F0D6D9-63CF-48CC-AC92-55C2F08637EF}"/>
    <pc:docChg chg="undo redo custSel addSld delSld modSld sldOrd">
      <pc:chgData name="vivekgosai361@gmail.com" userId="6b75d97af170ae39" providerId="LiveId" clId="{C3F0D6D9-63CF-48CC-AC92-55C2F08637EF}" dt="2026-03-09T13:17:31.253" v="2087" actId="1076"/>
      <pc:docMkLst>
        <pc:docMk/>
      </pc:docMkLst>
      <pc:sldChg chg="addSp modSp mod">
        <pc:chgData name="vivekgosai361@gmail.com" userId="6b75d97af170ae39" providerId="LiveId" clId="{C3F0D6D9-63CF-48CC-AC92-55C2F08637EF}" dt="2026-03-02T18:42:26.009" v="692" actId="255"/>
        <pc:sldMkLst>
          <pc:docMk/>
          <pc:sldMk cId="0" sldId="265"/>
        </pc:sldMkLst>
        <pc:spChg chg="mod">
          <ac:chgData name="vivekgosai361@gmail.com" userId="6b75d97af170ae39" providerId="LiveId" clId="{C3F0D6D9-63CF-48CC-AC92-55C2F08637EF}" dt="2026-03-02T18:35:09.101" v="511" actId="20577"/>
          <ac:spMkLst>
            <pc:docMk/>
            <pc:sldMk cId="0" sldId="265"/>
            <ac:spMk id="3" creationId="{00000000-0000-0000-0000-000000000000}"/>
          </ac:spMkLst>
        </pc:spChg>
        <pc:spChg chg="mod">
          <ac:chgData name="vivekgosai361@gmail.com" userId="6b75d97af170ae39" providerId="LiveId" clId="{C3F0D6D9-63CF-48CC-AC92-55C2F08637EF}" dt="2026-03-02T18:23:27.342" v="55" actId="20577"/>
          <ac:spMkLst>
            <pc:docMk/>
            <pc:sldMk cId="0" sldId="265"/>
            <ac:spMk id="5" creationId="{00000000-0000-0000-0000-000000000000}"/>
          </ac:spMkLst>
        </pc:spChg>
        <pc:spChg chg="mod">
          <ac:chgData name="vivekgosai361@gmail.com" userId="6b75d97af170ae39" providerId="LiveId" clId="{C3F0D6D9-63CF-48CC-AC92-55C2F08637EF}" dt="2026-03-02T18:42:06.671" v="690" actId="255"/>
          <ac:spMkLst>
            <pc:docMk/>
            <pc:sldMk cId="0" sldId="265"/>
            <ac:spMk id="6" creationId="{00000000-0000-0000-0000-000000000000}"/>
          </ac:spMkLst>
        </pc:spChg>
        <pc:spChg chg="mod">
          <ac:chgData name="vivekgosai361@gmail.com" userId="6b75d97af170ae39" providerId="LiveId" clId="{C3F0D6D9-63CF-48CC-AC92-55C2F08637EF}" dt="2026-03-02T18:28:27.127" v="154" actId="20577"/>
          <ac:spMkLst>
            <pc:docMk/>
            <pc:sldMk cId="0" sldId="265"/>
            <ac:spMk id="8" creationId="{00000000-0000-0000-0000-000000000000}"/>
          </ac:spMkLst>
        </pc:spChg>
        <pc:spChg chg="mod">
          <ac:chgData name="vivekgosai361@gmail.com" userId="6b75d97af170ae39" providerId="LiveId" clId="{C3F0D6D9-63CF-48CC-AC92-55C2F08637EF}" dt="2026-03-02T18:41:52.047" v="689" actId="255"/>
          <ac:spMkLst>
            <pc:docMk/>
            <pc:sldMk cId="0" sldId="265"/>
            <ac:spMk id="9" creationId="{00000000-0000-0000-0000-000000000000}"/>
          </ac:spMkLst>
        </pc:spChg>
        <pc:spChg chg="mod">
          <ac:chgData name="vivekgosai361@gmail.com" userId="6b75d97af170ae39" providerId="LiveId" clId="{C3F0D6D9-63CF-48CC-AC92-55C2F08637EF}" dt="2026-03-02T18:32:41.922" v="331" actId="20577"/>
          <ac:spMkLst>
            <pc:docMk/>
            <pc:sldMk cId="0" sldId="265"/>
            <ac:spMk id="11" creationId="{00000000-0000-0000-0000-000000000000}"/>
          </ac:spMkLst>
        </pc:spChg>
        <pc:spChg chg="mod">
          <ac:chgData name="vivekgosai361@gmail.com" userId="6b75d97af170ae39" providerId="LiveId" clId="{C3F0D6D9-63CF-48CC-AC92-55C2F08637EF}" dt="2026-03-02T18:42:14.969" v="691" actId="255"/>
          <ac:spMkLst>
            <pc:docMk/>
            <pc:sldMk cId="0" sldId="265"/>
            <ac:spMk id="12" creationId="{00000000-0000-0000-0000-000000000000}"/>
          </ac:spMkLst>
        </pc:spChg>
        <pc:spChg chg="mod">
          <ac:chgData name="vivekgosai361@gmail.com" userId="6b75d97af170ae39" providerId="LiveId" clId="{C3F0D6D9-63CF-48CC-AC92-55C2F08637EF}" dt="2026-03-02T18:39:42.354" v="686" actId="1076"/>
          <ac:spMkLst>
            <pc:docMk/>
            <pc:sldMk cId="0" sldId="265"/>
            <ac:spMk id="13" creationId="{00000000-0000-0000-0000-000000000000}"/>
          </ac:spMkLst>
        </pc:spChg>
        <pc:spChg chg="mod">
          <ac:chgData name="vivekgosai361@gmail.com" userId="6b75d97af170ae39" providerId="LiveId" clId="{C3F0D6D9-63CF-48CC-AC92-55C2F08637EF}" dt="2026-03-02T18:39:28.077" v="684" actId="1076"/>
          <ac:spMkLst>
            <pc:docMk/>
            <pc:sldMk cId="0" sldId="265"/>
            <ac:spMk id="14" creationId="{00000000-0000-0000-0000-000000000000}"/>
          </ac:spMkLst>
        </pc:spChg>
        <pc:spChg chg="add mod">
          <ac:chgData name="vivekgosai361@gmail.com" userId="6b75d97af170ae39" providerId="LiveId" clId="{C3F0D6D9-63CF-48CC-AC92-55C2F08637EF}" dt="2026-03-02T18:38:36.505" v="680" actId="1076"/>
          <ac:spMkLst>
            <pc:docMk/>
            <pc:sldMk cId="0" sldId="265"/>
            <ac:spMk id="15" creationId="{09EE1A49-F8EB-4BA7-5D55-5D9EE72A3464}"/>
          </ac:spMkLst>
        </pc:spChg>
        <pc:spChg chg="add mod">
          <ac:chgData name="vivekgosai361@gmail.com" userId="6b75d97af170ae39" providerId="LiveId" clId="{C3F0D6D9-63CF-48CC-AC92-55C2F08637EF}" dt="2026-03-02T18:39:04.366" v="682" actId="1076"/>
          <ac:spMkLst>
            <pc:docMk/>
            <pc:sldMk cId="0" sldId="265"/>
            <ac:spMk id="17" creationId="{11EC250A-59F5-C76D-35FB-C395DDF7E9C6}"/>
          </ac:spMkLst>
        </pc:spChg>
        <pc:spChg chg="add mod">
          <ac:chgData name="vivekgosai361@gmail.com" userId="6b75d97af170ae39" providerId="LiveId" clId="{C3F0D6D9-63CF-48CC-AC92-55C2F08637EF}" dt="2026-03-02T18:42:26.009" v="692" actId="255"/>
          <ac:spMkLst>
            <pc:docMk/>
            <pc:sldMk cId="0" sldId="265"/>
            <ac:spMk id="19" creationId="{D4E9B7A3-730F-FC71-89C5-99E5FC4EFE4D}"/>
          </ac:spMkLst>
        </pc:spChg>
        <pc:spChg chg="add mod">
          <ac:chgData name="vivekgosai361@gmail.com" userId="6b75d97af170ae39" providerId="LiveId" clId="{C3F0D6D9-63CF-48CC-AC92-55C2F08637EF}" dt="2026-03-02T18:21:43.739" v="18" actId="1076"/>
          <ac:spMkLst>
            <pc:docMk/>
            <pc:sldMk cId="0" sldId="265"/>
            <ac:spMk id="21" creationId="{30595D78-A6BB-F393-47A5-80BE441340B0}"/>
          </ac:spMkLst>
        </pc:spChg>
      </pc:sldChg>
      <pc:sldChg chg="addSp delSp modSp new mod ord">
        <pc:chgData name="vivekgosai361@gmail.com" userId="6b75d97af170ae39" providerId="LiveId" clId="{C3F0D6D9-63CF-48CC-AC92-55C2F08637EF}" dt="2026-03-04T13:32:03.162" v="959" actId="122"/>
        <pc:sldMkLst>
          <pc:docMk/>
          <pc:sldMk cId="3131248762" sldId="266"/>
        </pc:sldMkLst>
        <pc:spChg chg="add mod">
          <ac:chgData name="vivekgosai361@gmail.com" userId="6b75d97af170ae39" providerId="LiveId" clId="{C3F0D6D9-63CF-48CC-AC92-55C2F08637EF}" dt="2026-03-04T13:32:03.162" v="959" actId="122"/>
          <ac:spMkLst>
            <pc:docMk/>
            <pc:sldMk cId="3131248762" sldId="266"/>
            <ac:spMk id="3" creationId="{4072D325-8979-4CF6-7EF7-090EA487A938}"/>
          </ac:spMkLst>
        </pc:spChg>
        <pc:spChg chg="add mod">
          <ac:chgData name="vivekgosai361@gmail.com" userId="6b75d97af170ae39" providerId="LiveId" clId="{C3F0D6D9-63CF-48CC-AC92-55C2F08637EF}" dt="2026-03-04T13:32:03.162" v="959" actId="122"/>
          <ac:spMkLst>
            <pc:docMk/>
            <pc:sldMk cId="3131248762" sldId="266"/>
            <ac:spMk id="8" creationId="{79FACA25-965A-72AD-8896-F49443F6C232}"/>
          </ac:spMkLst>
        </pc:spChg>
        <pc:spChg chg="add mod">
          <ac:chgData name="vivekgosai361@gmail.com" userId="6b75d97af170ae39" providerId="LiveId" clId="{C3F0D6D9-63CF-48CC-AC92-55C2F08637EF}" dt="2026-03-04T13:31:20.265" v="913" actId="122"/>
          <ac:spMkLst>
            <pc:docMk/>
            <pc:sldMk cId="3131248762" sldId="266"/>
            <ac:spMk id="10" creationId="{BAEEA486-1A0C-FCE0-1645-D513D7611B18}"/>
          </ac:spMkLst>
        </pc:spChg>
        <pc:graphicFrameChg chg="add mod modGraphic">
          <ac:chgData name="vivekgosai361@gmail.com" userId="6b75d97af170ae39" providerId="LiveId" clId="{C3F0D6D9-63CF-48CC-AC92-55C2F08637EF}" dt="2026-03-04T13:25:28.056" v="885" actId="20577"/>
          <ac:graphicFrameMkLst>
            <pc:docMk/>
            <pc:sldMk cId="3131248762" sldId="266"/>
            <ac:graphicFrameMk id="6" creationId="{D0D3C846-1132-1E82-8034-D3BC6991B1B9}"/>
          </ac:graphicFrameMkLst>
        </pc:graphicFrameChg>
      </pc:sldChg>
      <pc:sldChg chg="addSp modSp new del mod">
        <pc:chgData name="vivekgosai361@gmail.com" userId="6b75d97af170ae39" providerId="LiveId" clId="{C3F0D6D9-63CF-48CC-AC92-55C2F08637EF}" dt="2026-03-09T13:01:46.100" v="2019" actId="2696"/>
        <pc:sldMkLst>
          <pc:docMk/>
          <pc:sldMk cId="964204596" sldId="267"/>
        </pc:sldMkLst>
        <pc:graphicFrameChg chg="add mod modGraphic">
          <ac:chgData name="vivekgosai361@gmail.com" userId="6b75d97af170ae39" providerId="LiveId" clId="{C3F0D6D9-63CF-48CC-AC92-55C2F08637EF}" dt="2026-03-09T11:54:19.421" v="1581"/>
          <ac:graphicFrameMkLst>
            <pc:docMk/>
            <pc:sldMk cId="964204596" sldId="267"/>
            <ac:graphicFrameMk id="6" creationId="{23821943-F534-9D43-06ED-6DA74999D52F}"/>
          </ac:graphicFrameMkLst>
        </pc:graphicFrameChg>
      </pc:sldChg>
      <pc:sldChg chg="addSp delSp modSp new mod">
        <pc:chgData name="vivekgosai361@gmail.com" userId="6b75d97af170ae39" providerId="LiveId" clId="{C3F0D6D9-63CF-48CC-AC92-55C2F08637EF}" dt="2026-03-09T13:01:29.642" v="2018" actId="1076"/>
        <pc:sldMkLst>
          <pc:docMk/>
          <pc:sldMk cId="2520384511" sldId="268"/>
        </pc:sldMkLst>
        <pc:spChg chg="add mod">
          <ac:chgData name="vivekgosai361@gmail.com" userId="6b75d97af170ae39" providerId="LiveId" clId="{C3F0D6D9-63CF-48CC-AC92-55C2F08637EF}" dt="2026-03-09T13:01:29.642" v="2018" actId="1076"/>
          <ac:spMkLst>
            <pc:docMk/>
            <pc:sldMk cId="2520384511" sldId="268"/>
            <ac:spMk id="3" creationId="{2A4CF9C9-A50D-4682-5966-304E1972121F}"/>
          </ac:spMkLst>
        </pc:spChg>
        <pc:spChg chg="mod">
          <ac:chgData name="vivekgosai361@gmail.com" userId="6b75d97af170ae39" providerId="LiveId" clId="{C3F0D6D9-63CF-48CC-AC92-55C2F08637EF}" dt="2026-03-09T12:18:48.783" v="1656"/>
          <ac:spMkLst>
            <pc:docMk/>
            <pc:sldMk cId="2520384511" sldId="268"/>
            <ac:spMk id="6" creationId="{17E260A4-EBC0-4C27-FCAC-8C711D2A438E}"/>
          </ac:spMkLst>
        </pc:spChg>
        <pc:spChg chg="mod">
          <ac:chgData name="vivekgosai361@gmail.com" userId="6b75d97af170ae39" providerId="LiveId" clId="{C3F0D6D9-63CF-48CC-AC92-55C2F08637EF}" dt="2026-03-09T12:18:48.783" v="1656"/>
          <ac:spMkLst>
            <pc:docMk/>
            <pc:sldMk cId="2520384511" sldId="268"/>
            <ac:spMk id="7" creationId="{E2F54B68-FB1C-79B6-0A93-D8F8FA7DB69B}"/>
          </ac:spMkLst>
        </pc:spChg>
        <pc:spChg chg="add mod">
          <ac:chgData name="vivekgosai361@gmail.com" userId="6b75d97af170ae39" providerId="LiveId" clId="{C3F0D6D9-63CF-48CC-AC92-55C2F08637EF}" dt="2026-03-09T13:01:22.069" v="2017" actId="1076"/>
          <ac:spMkLst>
            <pc:docMk/>
            <pc:sldMk cId="2520384511" sldId="268"/>
            <ac:spMk id="9" creationId="{D0D91129-D525-8C52-7D9F-AE86E4F64417}"/>
          </ac:spMkLst>
        </pc:spChg>
        <pc:grpChg chg="add del mod">
          <ac:chgData name="vivekgosai361@gmail.com" userId="6b75d97af170ae39" providerId="LiveId" clId="{C3F0D6D9-63CF-48CC-AC92-55C2F08637EF}" dt="2026-03-09T12:22:31.976" v="1677" actId="478"/>
          <ac:grpSpMkLst>
            <pc:docMk/>
            <pc:sldMk cId="2520384511" sldId="268"/>
            <ac:grpSpMk id="5" creationId="{1F4B4891-8441-5B30-311C-185E7953CC35}"/>
          </ac:grpSpMkLst>
        </pc:grpChg>
        <pc:graphicFrameChg chg="add mod modGraphic">
          <ac:chgData name="vivekgosai361@gmail.com" userId="6b75d97af170ae39" providerId="LiveId" clId="{C3F0D6D9-63CF-48CC-AC92-55C2F08637EF}" dt="2026-03-09T12:38:46.235" v="1908" actId="12385"/>
          <ac:graphicFrameMkLst>
            <pc:docMk/>
            <pc:sldMk cId="2520384511" sldId="268"/>
            <ac:graphicFrameMk id="2" creationId="{05967050-55DD-051E-16FD-BD66E521A870}"/>
          </ac:graphicFrameMkLst>
        </pc:graphicFrameChg>
        <pc:graphicFrameChg chg="add del mod modGraphic">
          <ac:chgData name="vivekgosai361@gmail.com" userId="6b75d97af170ae39" providerId="LiveId" clId="{C3F0D6D9-63CF-48CC-AC92-55C2F08637EF}" dt="2026-03-09T12:19:22.861" v="1658" actId="21"/>
          <ac:graphicFrameMkLst>
            <pc:docMk/>
            <pc:sldMk cId="2520384511" sldId="268"/>
            <ac:graphicFrameMk id="4" creationId="{6519247F-B463-F6A9-0455-42917E939A7F}"/>
          </ac:graphicFrameMkLst>
        </pc:graphicFrameChg>
      </pc:sldChg>
      <pc:sldChg chg="addSp delSp modSp new mod">
        <pc:chgData name="vivekgosai361@gmail.com" userId="6b75d97af170ae39" providerId="LiveId" clId="{C3F0D6D9-63CF-48CC-AC92-55C2F08637EF}" dt="2026-03-09T13:03:06.182" v="2025" actId="1076"/>
        <pc:sldMkLst>
          <pc:docMk/>
          <pc:sldMk cId="42965035" sldId="269"/>
        </pc:sldMkLst>
        <pc:spChg chg="add mod">
          <ac:chgData name="vivekgosai361@gmail.com" userId="6b75d97af170ae39" providerId="LiveId" clId="{C3F0D6D9-63CF-48CC-AC92-55C2F08637EF}" dt="2026-03-04T14:28:58.455" v="1169" actId="113"/>
          <ac:spMkLst>
            <pc:docMk/>
            <pc:sldMk cId="42965035" sldId="269"/>
            <ac:spMk id="3" creationId="{5E244A17-90DC-CE8D-C8DE-0D951835D69E}"/>
          </ac:spMkLst>
        </pc:spChg>
        <pc:spChg chg="add mod">
          <ac:chgData name="vivekgosai361@gmail.com" userId="6b75d97af170ae39" providerId="LiveId" clId="{C3F0D6D9-63CF-48CC-AC92-55C2F08637EF}" dt="2026-03-04T14:31:32.456" v="1186" actId="5793"/>
          <ac:spMkLst>
            <pc:docMk/>
            <pc:sldMk cId="42965035" sldId="269"/>
            <ac:spMk id="5" creationId="{E9AAD400-4D66-A616-D3CC-5BF5B171B37D}"/>
          </ac:spMkLst>
        </pc:spChg>
        <pc:spChg chg="add mod">
          <ac:chgData name="vivekgosai361@gmail.com" userId="6b75d97af170ae39" providerId="LiveId" clId="{C3F0D6D9-63CF-48CC-AC92-55C2F08637EF}" dt="2026-03-04T14:32:14.120" v="1192" actId="255"/>
          <ac:spMkLst>
            <pc:docMk/>
            <pc:sldMk cId="42965035" sldId="269"/>
            <ac:spMk id="7" creationId="{D2B7825C-5914-CC1E-58D8-F896A33B1E34}"/>
          </ac:spMkLst>
        </pc:spChg>
        <pc:spChg chg="add mod">
          <ac:chgData name="vivekgosai361@gmail.com" userId="6b75d97af170ae39" providerId="LiveId" clId="{C3F0D6D9-63CF-48CC-AC92-55C2F08637EF}" dt="2026-03-04T14:33:41.060" v="1201" actId="20577"/>
          <ac:spMkLst>
            <pc:docMk/>
            <pc:sldMk cId="42965035" sldId="269"/>
            <ac:spMk id="9" creationId="{2013A829-ACF5-3059-DEFD-932FB021B2CC}"/>
          </ac:spMkLst>
        </pc:spChg>
        <pc:picChg chg="add mod">
          <ac:chgData name="vivekgosai361@gmail.com" userId="6b75d97af170ae39" providerId="LiveId" clId="{C3F0D6D9-63CF-48CC-AC92-55C2F08637EF}" dt="2026-03-09T13:03:06.182" v="2025" actId="1076"/>
          <ac:picMkLst>
            <pc:docMk/>
            <pc:sldMk cId="42965035" sldId="269"/>
            <ac:picMk id="2" creationId="{A7F9D9C3-CB3C-710F-AD21-5744A13DF33A}"/>
          </ac:picMkLst>
        </pc:picChg>
        <pc:picChg chg="add del mod">
          <ac:chgData name="vivekgosai361@gmail.com" userId="6b75d97af170ae39" providerId="LiveId" clId="{C3F0D6D9-63CF-48CC-AC92-55C2F08637EF}" dt="2026-03-09T12:41:40.148" v="2008" actId="478"/>
          <ac:picMkLst>
            <pc:docMk/>
            <pc:sldMk cId="42965035" sldId="269"/>
            <ac:picMk id="11" creationId="{7647C473-8DB2-F92A-4AD4-053313C9DB62}"/>
          </ac:picMkLst>
        </pc:picChg>
      </pc:sldChg>
      <pc:sldChg chg="addSp delSp modSp new mod">
        <pc:chgData name="vivekgosai361@gmail.com" userId="6b75d97af170ae39" providerId="LiveId" clId="{C3F0D6D9-63CF-48CC-AC92-55C2F08637EF}" dt="2026-03-09T13:04:25.384" v="2034" actId="14100"/>
        <pc:sldMkLst>
          <pc:docMk/>
          <pc:sldMk cId="1650284409" sldId="270"/>
        </pc:sldMkLst>
        <pc:spChg chg="add mod">
          <ac:chgData name="vivekgosai361@gmail.com" userId="6b75d97af170ae39" providerId="LiveId" clId="{C3F0D6D9-63CF-48CC-AC92-55C2F08637EF}" dt="2026-03-04T14:36:06.292" v="1215" actId="113"/>
          <ac:spMkLst>
            <pc:docMk/>
            <pc:sldMk cId="1650284409" sldId="270"/>
            <ac:spMk id="3" creationId="{E27DBBCA-659A-4875-8DE4-87E7FE06B07C}"/>
          </ac:spMkLst>
        </pc:spChg>
        <pc:spChg chg="add del mod">
          <ac:chgData name="vivekgosai361@gmail.com" userId="6b75d97af170ae39" providerId="LiveId" clId="{C3F0D6D9-63CF-48CC-AC92-55C2F08637EF}" dt="2026-03-09T13:03:58.267" v="2028" actId="21"/>
          <ac:spMkLst>
            <pc:docMk/>
            <pc:sldMk cId="1650284409" sldId="270"/>
            <ac:spMk id="4" creationId="{427C5246-BCC3-0DFA-1A07-FDC0F95C1BC9}"/>
          </ac:spMkLst>
        </pc:spChg>
        <pc:spChg chg="add del mod topLvl">
          <ac:chgData name="vivekgosai361@gmail.com" userId="6b75d97af170ae39" providerId="LiveId" clId="{C3F0D6D9-63CF-48CC-AC92-55C2F08637EF}" dt="2026-03-09T13:04:05.747" v="2029" actId="21"/>
          <ac:spMkLst>
            <pc:docMk/>
            <pc:sldMk cId="1650284409" sldId="270"/>
            <ac:spMk id="7" creationId="{2432F486-B1F1-A2AD-4634-AB4B9733F13E}"/>
          </ac:spMkLst>
        </pc:spChg>
        <pc:grpChg chg="add del mod">
          <ac:chgData name="vivekgosai361@gmail.com" userId="6b75d97af170ae39" providerId="LiveId" clId="{C3F0D6D9-63CF-48CC-AC92-55C2F08637EF}" dt="2026-03-09T13:04:05.747" v="2029" actId="21"/>
          <ac:grpSpMkLst>
            <pc:docMk/>
            <pc:sldMk cId="1650284409" sldId="270"/>
            <ac:grpSpMk id="2" creationId="{CDCBFD5F-49F4-A314-9863-4F16AAF7FFCE}"/>
          </ac:grpSpMkLst>
        </pc:grpChg>
        <pc:picChg chg="add del mod">
          <ac:chgData name="vivekgosai361@gmail.com" userId="6b75d97af170ae39" providerId="LiveId" clId="{C3F0D6D9-63CF-48CC-AC92-55C2F08637EF}" dt="2026-03-09T13:03:21.382" v="2026" actId="21"/>
          <ac:picMkLst>
            <pc:docMk/>
            <pc:sldMk cId="1650284409" sldId="270"/>
            <ac:picMk id="5" creationId="{45759664-C00C-2488-D21B-9B35FF23482C}"/>
          </ac:picMkLst>
        </pc:picChg>
        <pc:picChg chg="add mod topLvl">
          <ac:chgData name="vivekgosai361@gmail.com" userId="6b75d97af170ae39" providerId="LiveId" clId="{C3F0D6D9-63CF-48CC-AC92-55C2F08637EF}" dt="2026-03-09T13:04:25.384" v="2034" actId="14100"/>
          <ac:picMkLst>
            <pc:docMk/>
            <pc:sldMk cId="1650284409" sldId="270"/>
            <ac:picMk id="6" creationId="{DCF7471D-D11F-2809-09D3-ED29425869CA}"/>
          </ac:picMkLst>
        </pc:picChg>
      </pc:sldChg>
      <pc:sldChg chg="addSp delSp modSp new mod">
        <pc:chgData name="vivekgosai361@gmail.com" userId="6b75d97af170ae39" providerId="LiveId" clId="{C3F0D6D9-63CF-48CC-AC92-55C2F08637EF}" dt="2026-03-04T14:51:58.876" v="1276" actId="1076"/>
        <pc:sldMkLst>
          <pc:docMk/>
          <pc:sldMk cId="776187944" sldId="271"/>
        </pc:sldMkLst>
        <pc:spChg chg="add mod">
          <ac:chgData name="vivekgosai361@gmail.com" userId="6b75d97af170ae39" providerId="LiveId" clId="{C3F0D6D9-63CF-48CC-AC92-55C2F08637EF}" dt="2026-03-04T14:51:58.876" v="1276" actId="1076"/>
          <ac:spMkLst>
            <pc:docMk/>
            <pc:sldMk cId="776187944" sldId="271"/>
            <ac:spMk id="3" creationId="{DCC4C257-FF00-FA1F-1635-3D139DFBB0BE}"/>
          </ac:spMkLst>
        </pc:spChg>
        <pc:spChg chg="add mod">
          <ac:chgData name="vivekgosai361@gmail.com" userId="6b75d97af170ae39" providerId="LiveId" clId="{C3F0D6D9-63CF-48CC-AC92-55C2F08637EF}" dt="2026-03-04T14:46:10.903" v="1266" actId="1076"/>
          <ac:spMkLst>
            <pc:docMk/>
            <pc:sldMk cId="776187944" sldId="271"/>
            <ac:spMk id="5" creationId="{A29FB769-E7E3-7742-6005-856DFA85528D}"/>
          </ac:spMkLst>
        </pc:spChg>
        <pc:spChg chg="add mod">
          <ac:chgData name="vivekgosai361@gmail.com" userId="6b75d97af170ae39" providerId="LiveId" clId="{C3F0D6D9-63CF-48CC-AC92-55C2F08637EF}" dt="2026-03-04T14:46:24.504" v="1267" actId="1076"/>
          <ac:spMkLst>
            <pc:docMk/>
            <pc:sldMk cId="776187944" sldId="271"/>
            <ac:spMk id="9" creationId="{272B8786-9AD5-F7D9-2C60-6C67A417E81D}"/>
          </ac:spMkLst>
        </pc:spChg>
        <pc:picChg chg="add mod">
          <ac:chgData name="vivekgosai361@gmail.com" userId="6b75d97af170ae39" providerId="LiveId" clId="{C3F0D6D9-63CF-48CC-AC92-55C2F08637EF}" dt="2026-03-04T14:47:08.727" v="1275" actId="1076"/>
          <ac:picMkLst>
            <pc:docMk/>
            <pc:sldMk cId="776187944" sldId="271"/>
            <ac:picMk id="14" creationId="{B5D9AA81-F72B-11EA-4C88-2D53F770270E}"/>
          </ac:picMkLst>
        </pc:picChg>
      </pc:sldChg>
      <pc:sldChg chg="addSp delSp modSp new mod">
        <pc:chgData name="vivekgosai361@gmail.com" userId="6b75d97af170ae39" providerId="LiveId" clId="{C3F0D6D9-63CF-48CC-AC92-55C2F08637EF}" dt="2026-03-04T14:55:10.755" v="1298" actId="14100"/>
        <pc:sldMkLst>
          <pc:docMk/>
          <pc:sldMk cId="4108696279" sldId="272"/>
        </pc:sldMkLst>
        <pc:spChg chg="add mod">
          <ac:chgData name="vivekgosai361@gmail.com" userId="6b75d97af170ae39" providerId="LiveId" clId="{C3F0D6D9-63CF-48CC-AC92-55C2F08637EF}" dt="2026-03-04T14:52:50.384" v="1285" actId="113"/>
          <ac:spMkLst>
            <pc:docMk/>
            <pc:sldMk cId="4108696279" sldId="272"/>
            <ac:spMk id="3" creationId="{DE09E5C4-A765-487C-5CB4-B52556E6C5E5}"/>
          </ac:spMkLst>
        </pc:spChg>
        <pc:picChg chg="add mod">
          <ac:chgData name="vivekgosai361@gmail.com" userId="6b75d97af170ae39" providerId="LiveId" clId="{C3F0D6D9-63CF-48CC-AC92-55C2F08637EF}" dt="2026-03-04T14:55:10.755" v="1298" actId="14100"/>
          <ac:picMkLst>
            <pc:docMk/>
            <pc:sldMk cId="4108696279" sldId="272"/>
            <ac:picMk id="7" creationId="{39902017-E0C4-A02B-F1CE-D554393F34D0}"/>
          </ac:picMkLst>
        </pc:picChg>
      </pc:sldChg>
      <pc:sldChg chg="addSp modSp new mod">
        <pc:chgData name="vivekgosai361@gmail.com" userId="6b75d97af170ae39" providerId="LiveId" clId="{C3F0D6D9-63CF-48CC-AC92-55C2F08637EF}" dt="2026-03-04T14:57:36.528" v="1313" actId="14100"/>
        <pc:sldMkLst>
          <pc:docMk/>
          <pc:sldMk cId="1186417855" sldId="273"/>
        </pc:sldMkLst>
        <pc:spChg chg="add mod">
          <ac:chgData name="vivekgosai361@gmail.com" userId="6b75d97af170ae39" providerId="LiveId" clId="{C3F0D6D9-63CF-48CC-AC92-55C2F08637EF}" dt="2026-03-04T14:56:06.405" v="1306" actId="113"/>
          <ac:spMkLst>
            <pc:docMk/>
            <pc:sldMk cId="1186417855" sldId="273"/>
            <ac:spMk id="3" creationId="{4F98F84A-B72A-3830-A749-662760803A4D}"/>
          </ac:spMkLst>
        </pc:spChg>
        <pc:picChg chg="add mod">
          <ac:chgData name="vivekgosai361@gmail.com" userId="6b75d97af170ae39" providerId="LiveId" clId="{C3F0D6D9-63CF-48CC-AC92-55C2F08637EF}" dt="2026-03-04T14:57:36.528" v="1313" actId="14100"/>
          <ac:picMkLst>
            <pc:docMk/>
            <pc:sldMk cId="1186417855" sldId="273"/>
            <ac:picMk id="5" creationId="{F116F3E9-F5DD-61AD-3FF4-F49AED6B08E1}"/>
          </ac:picMkLst>
        </pc:picChg>
      </pc:sldChg>
      <pc:sldChg chg="addSp modSp new mod">
        <pc:chgData name="vivekgosai361@gmail.com" userId="6b75d97af170ae39" providerId="LiveId" clId="{C3F0D6D9-63CF-48CC-AC92-55C2F08637EF}" dt="2026-03-04T15:01:30.966" v="1327" actId="255"/>
        <pc:sldMkLst>
          <pc:docMk/>
          <pc:sldMk cId="2313005902" sldId="274"/>
        </pc:sldMkLst>
        <pc:spChg chg="add mod">
          <ac:chgData name="vivekgosai361@gmail.com" userId="6b75d97af170ae39" providerId="LiveId" clId="{C3F0D6D9-63CF-48CC-AC92-55C2F08637EF}" dt="2026-03-04T15:01:30.966" v="1327" actId="255"/>
          <ac:spMkLst>
            <pc:docMk/>
            <pc:sldMk cId="2313005902" sldId="274"/>
            <ac:spMk id="3" creationId="{113F101C-032F-777D-7CED-84A039CA7AA7}"/>
          </ac:spMkLst>
        </pc:spChg>
        <pc:spChg chg="add mod">
          <ac:chgData name="vivekgosai361@gmail.com" userId="6b75d97af170ae39" providerId="LiveId" clId="{C3F0D6D9-63CF-48CC-AC92-55C2F08637EF}" dt="2026-03-04T15:01:20.061" v="1326" actId="255"/>
          <ac:spMkLst>
            <pc:docMk/>
            <pc:sldMk cId="2313005902" sldId="274"/>
            <ac:spMk id="5" creationId="{81E56DBD-1A91-45FA-6A90-A441688B7652}"/>
          </ac:spMkLst>
        </pc:spChg>
      </pc:sldChg>
      <pc:sldChg chg="addSp delSp modSp new mod">
        <pc:chgData name="vivekgosai361@gmail.com" userId="6b75d97af170ae39" providerId="LiveId" clId="{C3F0D6D9-63CF-48CC-AC92-55C2F08637EF}" dt="2026-03-04T15:04:01.394" v="1343" actId="1076"/>
        <pc:sldMkLst>
          <pc:docMk/>
          <pc:sldMk cId="3371067549" sldId="275"/>
        </pc:sldMkLst>
        <pc:spChg chg="add mod">
          <ac:chgData name="vivekgosai361@gmail.com" userId="6b75d97af170ae39" providerId="LiveId" clId="{C3F0D6D9-63CF-48CC-AC92-55C2F08637EF}" dt="2026-03-04T15:02:05.047" v="1332" actId="255"/>
          <ac:spMkLst>
            <pc:docMk/>
            <pc:sldMk cId="3371067549" sldId="275"/>
            <ac:spMk id="3" creationId="{239A067C-7EBD-BC8D-EF07-1B53990BEAA6}"/>
          </ac:spMkLst>
        </pc:spChg>
        <pc:spChg chg="add mod">
          <ac:chgData name="vivekgosai361@gmail.com" userId="6b75d97af170ae39" providerId="LiveId" clId="{C3F0D6D9-63CF-48CC-AC92-55C2F08637EF}" dt="2026-03-04T15:04:01.394" v="1343" actId="1076"/>
          <ac:spMkLst>
            <pc:docMk/>
            <pc:sldMk cId="3371067549" sldId="275"/>
            <ac:spMk id="7" creationId="{B11456C8-C8A6-27FA-4712-2BE2D43609B8}"/>
          </ac:spMkLst>
        </pc:spChg>
      </pc:sldChg>
      <pc:sldChg chg="addSp modSp new mod">
        <pc:chgData name="vivekgosai361@gmail.com" userId="6b75d97af170ae39" providerId="LiveId" clId="{C3F0D6D9-63CF-48CC-AC92-55C2F08637EF}" dt="2026-03-04T15:05:15.644" v="1347" actId="1076"/>
        <pc:sldMkLst>
          <pc:docMk/>
          <pc:sldMk cId="1545106219" sldId="276"/>
        </pc:sldMkLst>
        <pc:spChg chg="add mod">
          <ac:chgData name="vivekgosai361@gmail.com" userId="6b75d97af170ae39" providerId="LiveId" clId="{C3F0D6D9-63CF-48CC-AC92-55C2F08637EF}" dt="2026-03-04T15:05:15.644" v="1347" actId="1076"/>
          <ac:spMkLst>
            <pc:docMk/>
            <pc:sldMk cId="1545106219" sldId="276"/>
            <ac:spMk id="3" creationId="{FEA79BEA-95F2-5ED1-6CEB-5D8390D0B611}"/>
          </ac:spMkLst>
        </pc:spChg>
      </pc:sldChg>
      <pc:sldChg chg="addSp modSp new mod">
        <pc:chgData name="vivekgosai361@gmail.com" userId="6b75d97af170ae39" providerId="LiveId" clId="{C3F0D6D9-63CF-48CC-AC92-55C2F08637EF}" dt="2026-03-04T15:07:05.336" v="1356" actId="255"/>
        <pc:sldMkLst>
          <pc:docMk/>
          <pc:sldMk cId="3044184954" sldId="277"/>
        </pc:sldMkLst>
        <pc:spChg chg="add mod">
          <ac:chgData name="vivekgosai361@gmail.com" userId="6b75d97af170ae39" providerId="LiveId" clId="{C3F0D6D9-63CF-48CC-AC92-55C2F08637EF}" dt="2026-03-04T15:07:05.336" v="1356" actId="255"/>
          <ac:spMkLst>
            <pc:docMk/>
            <pc:sldMk cId="3044184954" sldId="277"/>
            <ac:spMk id="3" creationId="{FAF9233E-B16A-C9B3-D5B3-60A6C1EDF74A}"/>
          </ac:spMkLst>
        </pc:spChg>
        <pc:spChg chg="add mod">
          <ac:chgData name="vivekgosai361@gmail.com" userId="6b75d97af170ae39" providerId="LiveId" clId="{C3F0D6D9-63CF-48CC-AC92-55C2F08637EF}" dt="2026-03-04T15:06:56.259" v="1355" actId="1076"/>
          <ac:spMkLst>
            <pc:docMk/>
            <pc:sldMk cId="3044184954" sldId="277"/>
            <ac:spMk id="5" creationId="{56CDBCA9-3E6E-7FB3-2A85-7CB90E8C48D1}"/>
          </ac:spMkLst>
        </pc:spChg>
      </pc:sldChg>
      <pc:sldChg chg="addSp delSp modSp new mod">
        <pc:chgData name="vivekgosai361@gmail.com" userId="6b75d97af170ae39" providerId="LiveId" clId="{C3F0D6D9-63CF-48CC-AC92-55C2F08637EF}" dt="2026-03-04T16:41:38.137" v="1405" actId="14100"/>
        <pc:sldMkLst>
          <pc:docMk/>
          <pc:sldMk cId="1944647499" sldId="278"/>
        </pc:sldMkLst>
        <pc:spChg chg="add mod">
          <ac:chgData name="vivekgosai361@gmail.com" userId="6b75d97af170ae39" providerId="LiveId" clId="{C3F0D6D9-63CF-48CC-AC92-55C2F08637EF}" dt="2026-03-04T15:08:36.490" v="1367" actId="113"/>
          <ac:spMkLst>
            <pc:docMk/>
            <pc:sldMk cId="1944647499" sldId="278"/>
            <ac:spMk id="3" creationId="{41AB65B0-AD7F-C7FA-0DCE-0F9652A471B1}"/>
          </ac:spMkLst>
        </pc:spChg>
        <pc:spChg chg="add mod">
          <ac:chgData name="vivekgosai361@gmail.com" userId="6b75d97af170ae39" providerId="LiveId" clId="{C3F0D6D9-63CF-48CC-AC92-55C2F08637EF}" dt="2026-03-04T15:09:51.044" v="1372" actId="12"/>
          <ac:spMkLst>
            <pc:docMk/>
            <pc:sldMk cId="1944647499" sldId="278"/>
            <ac:spMk id="5" creationId="{C34813F2-329F-E0CD-8980-7BDA3E0964D1}"/>
          </ac:spMkLst>
        </pc:spChg>
        <pc:spChg chg="add mod">
          <ac:chgData name="vivekgosai361@gmail.com" userId="6b75d97af170ae39" providerId="LiveId" clId="{C3F0D6D9-63CF-48CC-AC92-55C2F08637EF}" dt="2026-03-04T15:10:20.065" v="1377" actId="12"/>
          <ac:spMkLst>
            <pc:docMk/>
            <pc:sldMk cId="1944647499" sldId="278"/>
            <ac:spMk id="7" creationId="{2B57C81A-FD0B-8C13-9EDB-2F0B4FF53F35}"/>
          </ac:spMkLst>
        </pc:spChg>
        <pc:spChg chg="add mod">
          <ac:chgData name="vivekgosai361@gmail.com" userId="6b75d97af170ae39" providerId="LiveId" clId="{C3F0D6D9-63CF-48CC-AC92-55C2F08637EF}" dt="2026-03-04T15:11:36.684" v="1390" actId="1076"/>
          <ac:spMkLst>
            <pc:docMk/>
            <pc:sldMk cId="1944647499" sldId="278"/>
            <ac:spMk id="9" creationId="{B3F63EFB-D622-7EA7-C85B-11C9942D2FBE}"/>
          </ac:spMkLst>
        </pc:spChg>
        <pc:picChg chg="add mod">
          <ac:chgData name="vivekgosai361@gmail.com" userId="6b75d97af170ae39" providerId="LiveId" clId="{C3F0D6D9-63CF-48CC-AC92-55C2F08637EF}" dt="2026-03-04T16:41:38.137" v="1405" actId="14100"/>
          <ac:picMkLst>
            <pc:docMk/>
            <pc:sldMk cId="1944647499" sldId="278"/>
            <ac:picMk id="14" creationId="{94D6C46F-0A22-D33D-CD08-CE853C31E8E4}"/>
          </ac:picMkLst>
        </pc:picChg>
      </pc:sldChg>
      <pc:sldChg chg="addSp modSp new mod">
        <pc:chgData name="vivekgosai361@gmail.com" userId="6b75d97af170ae39" providerId="LiveId" clId="{C3F0D6D9-63CF-48CC-AC92-55C2F08637EF}" dt="2026-03-04T16:42:41.399" v="1413" actId="14100"/>
        <pc:sldMkLst>
          <pc:docMk/>
          <pc:sldMk cId="2942711804" sldId="279"/>
        </pc:sldMkLst>
        <pc:picChg chg="add mod">
          <ac:chgData name="vivekgosai361@gmail.com" userId="6b75d97af170ae39" providerId="LiveId" clId="{C3F0D6D9-63CF-48CC-AC92-55C2F08637EF}" dt="2026-03-04T16:42:41.399" v="1413" actId="14100"/>
          <ac:picMkLst>
            <pc:docMk/>
            <pc:sldMk cId="2942711804" sldId="279"/>
            <ac:picMk id="2" creationId="{C6EB3C58-C8D1-F950-B158-60A41C9E149A}"/>
          </ac:picMkLst>
        </pc:picChg>
      </pc:sldChg>
      <pc:sldChg chg="addSp modSp new mod">
        <pc:chgData name="vivekgosai361@gmail.com" userId="6b75d97af170ae39" providerId="LiveId" clId="{C3F0D6D9-63CF-48CC-AC92-55C2F08637EF}" dt="2026-03-04T16:43:43.795" v="1422" actId="14100"/>
        <pc:sldMkLst>
          <pc:docMk/>
          <pc:sldMk cId="2155741605" sldId="280"/>
        </pc:sldMkLst>
        <pc:spChg chg="add mod">
          <ac:chgData name="vivekgosai361@gmail.com" userId="6b75d97af170ae39" providerId="LiveId" clId="{C3F0D6D9-63CF-48CC-AC92-55C2F08637EF}" dt="2026-03-04T16:43:19.087" v="1418" actId="255"/>
          <ac:spMkLst>
            <pc:docMk/>
            <pc:sldMk cId="2155741605" sldId="280"/>
            <ac:spMk id="3" creationId="{F00C7B9C-459B-2D00-487D-3A4A52771026}"/>
          </ac:spMkLst>
        </pc:spChg>
        <pc:picChg chg="add mod">
          <ac:chgData name="vivekgosai361@gmail.com" userId="6b75d97af170ae39" providerId="LiveId" clId="{C3F0D6D9-63CF-48CC-AC92-55C2F08637EF}" dt="2026-03-04T16:43:43.795" v="1422" actId="14100"/>
          <ac:picMkLst>
            <pc:docMk/>
            <pc:sldMk cId="2155741605" sldId="280"/>
            <ac:picMk id="4" creationId="{1DD88883-02A4-6262-C0F1-0843AC3A8D4E}"/>
          </ac:picMkLst>
        </pc:picChg>
      </pc:sldChg>
      <pc:sldChg chg="addSp modSp new mod">
        <pc:chgData name="vivekgosai361@gmail.com" userId="6b75d97af170ae39" providerId="LiveId" clId="{C3F0D6D9-63CF-48CC-AC92-55C2F08637EF}" dt="2026-03-04T16:44:20.392" v="1426" actId="14100"/>
        <pc:sldMkLst>
          <pc:docMk/>
          <pc:sldMk cId="3709274808" sldId="281"/>
        </pc:sldMkLst>
        <pc:picChg chg="add mod">
          <ac:chgData name="vivekgosai361@gmail.com" userId="6b75d97af170ae39" providerId="LiveId" clId="{C3F0D6D9-63CF-48CC-AC92-55C2F08637EF}" dt="2026-03-04T16:44:20.392" v="1426" actId="14100"/>
          <ac:picMkLst>
            <pc:docMk/>
            <pc:sldMk cId="3709274808" sldId="281"/>
            <ac:picMk id="2" creationId="{F1F3E0AB-F749-BC84-2F58-E51081E2E767}"/>
          </ac:picMkLst>
        </pc:picChg>
      </pc:sldChg>
      <pc:sldChg chg="addSp modSp new mod">
        <pc:chgData name="vivekgosai361@gmail.com" userId="6b75d97af170ae39" providerId="LiveId" clId="{C3F0D6D9-63CF-48CC-AC92-55C2F08637EF}" dt="2026-03-04T16:57:01.357" v="1524" actId="14100"/>
        <pc:sldMkLst>
          <pc:docMk/>
          <pc:sldMk cId="2100246643" sldId="282"/>
        </pc:sldMkLst>
        <pc:spChg chg="add mod">
          <ac:chgData name="vivekgosai361@gmail.com" userId="6b75d97af170ae39" providerId="LiveId" clId="{C3F0D6D9-63CF-48CC-AC92-55C2F08637EF}" dt="2026-03-04T16:56:46.988" v="1522" actId="255"/>
          <ac:spMkLst>
            <pc:docMk/>
            <pc:sldMk cId="2100246643" sldId="282"/>
            <ac:spMk id="3" creationId="{657C6C23-1712-6BEF-F4AC-52F2B8EE79C6}"/>
          </ac:spMkLst>
        </pc:spChg>
        <pc:spChg chg="add mod">
          <ac:chgData name="vivekgosai361@gmail.com" userId="6b75d97af170ae39" providerId="LiveId" clId="{C3F0D6D9-63CF-48CC-AC92-55C2F08637EF}" dt="2026-03-04T16:56:54.835" v="1523" actId="255"/>
          <ac:spMkLst>
            <pc:docMk/>
            <pc:sldMk cId="2100246643" sldId="282"/>
            <ac:spMk id="5" creationId="{D77DCE38-B7AC-BC7D-C918-FF0D35F044F5}"/>
          </ac:spMkLst>
        </pc:spChg>
        <pc:picChg chg="add mod">
          <ac:chgData name="vivekgosai361@gmail.com" userId="6b75d97af170ae39" providerId="LiveId" clId="{C3F0D6D9-63CF-48CC-AC92-55C2F08637EF}" dt="2026-03-04T16:57:01.357" v="1524" actId="14100"/>
          <ac:picMkLst>
            <pc:docMk/>
            <pc:sldMk cId="2100246643" sldId="282"/>
            <ac:picMk id="6" creationId="{22506386-EC08-734E-5857-0C33EBB51EB9}"/>
          </ac:picMkLst>
        </pc:picChg>
      </pc:sldChg>
      <pc:sldChg chg="addSp modSp new mod">
        <pc:chgData name="vivekgosai361@gmail.com" userId="6b75d97af170ae39" providerId="LiveId" clId="{C3F0D6D9-63CF-48CC-AC92-55C2F08637EF}" dt="2026-03-04T16:47:18.445" v="1449" actId="14100"/>
        <pc:sldMkLst>
          <pc:docMk/>
          <pc:sldMk cId="1266443530" sldId="283"/>
        </pc:sldMkLst>
        <pc:picChg chg="add mod">
          <ac:chgData name="vivekgosai361@gmail.com" userId="6b75d97af170ae39" providerId="LiveId" clId="{C3F0D6D9-63CF-48CC-AC92-55C2F08637EF}" dt="2026-03-04T16:47:18.445" v="1449" actId="14100"/>
          <ac:picMkLst>
            <pc:docMk/>
            <pc:sldMk cId="1266443530" sldId="283"/>
            <ac:picMk id="2" creationId="{244A26CE-9C6B-2421-9855-0A45126853FF}"/>
          </ac:picMkLst>
        </pc:picChg>
      </pc:sldChg>
      <pc:sldChg chg="addSp modSp new mod">
        <pc:chgData name="vivekgosai361@gmail.com" userId="6b75d97af170ae39" providerId="LiveId" clId="{C3F0D6D9-63CF-48CC-AC92-55C2F08637EF}" dt="2026-03-04T16:48:20.957" v="1458" actId="14100"/>
        <pc:sldMkLst>
          <pc:docMk/>
          <pc:sldMk cId="1925429825" sldId="284"/>
        </pc:sldMkLst>
        <pc:spChg chg="add mod">
          <ac:chgData name="vivekgosai361@gmail.com" userId="6b75d97af170ae39" providerId="LiveId" clId="{C3F0D6D9-63CF-48CC-AC92-55C2F08637EF}" dt="2026-03-04T16:47:59.383" v="1455" actId="1076"/>
          <ac:spMkLst>
            <pc:docMk/>
            <pc:sldMk cId="1925429825" sldId="284"/>
            <ac:spMk id="3" creationId="{95EBC9CE-F951-E35C-505C-D6BFF40AE008}"/>
          </ac:spMkLst>
        </pc:spChg>
        <pc:picChg chg="add mod">
          <ac:chgData name="vivekgosai361@gmail.com" userId="6b75d97af170ae39" providerId="LiveId" clId="{C3F0D6D9-63CF-48CC-AC92-55C2F08637EF}" dt="2026-03-04T16:48:20.957" v="1458" actId="14100"/>
          <ac:picMkLst>
            <pc:docMk/>
            <pc:sldMk cId="1925429825" sldId="284"/>
            <ac:picMk id="4" creationId="{CC26D0A3-049D-CC46-D3F6-D722177B94A7}"/>
          </ac:picMkLst>
        </pc:picChg>
      </pc:sldChg>
      <pc:sldChg chg="addSp modSp new mod">
        <pc:chgData name="vivekgosai361@gmail.com" userId="6b75d97af170ae39" providerId="LiveId" clId="{C3F0D6D9-63CF-48CC-AC92-55C2F08637EF}" dt="2026-03-04T16:49:33.627" v="1467" actId="14100"/>
        <pc:sldMkLst>
          <pc:docMk/>
          <pc:sldMk cId="226907706" sldId="285"/>
        </pc:sldMkLst>
        <pc:spChg chg="add mod">
          <ac:chgData name="vivekgosai361@gmail.com" userId="6b75d97af170ae39" providerId="LiveId" clId="{C3F0D6D9-63CF-48CC-AC92-55C2F08637EF}" dt="2026-03-04T16:49:13.122" v="1464" actId="1076"/>
          <ac:spMkLst>
            <pc:docMk/>
            <pc:sldMk cId="226907706" sldId="285"/>
            <ac:spMk id="3" creationId="{2599E4E6-6BED-6F6D-1D34-27961E4F64B6}"/>
          </ac:spMkLst>
        </pc:spChg>
        <pc:picChg chg="add mod">
          <ac:chgData name="vivekgosai361@gmail.com" userId="6b75d97af170ae39" providerId="LiveId" clId="{C3F0D6D9-63CF-48CC-AC92-55C2F08637EF}" dt="2026-03-04T16:49:33.627" v="1467" actId="14100"/>
          <ac:picMkLst>
            <pc:docMk/>
            <pc:sldMk cId="226907706" sldId="285"/>
            <ac:picMk id="4" creationId="{2E8EAC73-F3C4-1007-63D5-161CF0BE3B00}"/>
          </ac:picMkLst>
        </pc:picChg>
      </pc:sldChg>
      <pc:sldChg chg="addSp modSp new mod">
        <pc:chgData name="vivekgosai361@gmail.com" userId="6b75d97af170ae39" providerId="LiveId" clId="{C3F0D6D9-63CF-48CC-AC92-55C2F08637EF}" dt="2026-03-04T16:50:47.378" v="1477" actId="14100"/>
        <pc:sldMkLst>
          <pc:docMk/>
          <pc:sldMk cId="291003178" sldId="286"/>
        </pc:sldMkLst>
        <pc:spChg chg="add mod">
          <ac:chgData name="vivekgosai361@gmail.com" userId="6b75d97af170ae39" providerId="LiveId" clId="{C3F0D6D9-63CF-48CC-AC92-55C2F08637EF}" dt="2026-03-04T16:50:29.224" v="1474" actId="255"/>
          <ac:spMkLst>
            <pc:docMk/>
            <pc:sldMk cId="291003178" sldId="286"/>
            <ac:spMk id="3" creationId="{2D42CD19-97E1-605A-4236-73D97A0B00E7}"/>
          </ac:spMkLst>
        </pc:spChg>
        <pc:picChg chg="add mod">
          <ac:chgData name="vivekgosai361@gmail.com" userId="6b75d97af170ae39" providerId="LiveId" clId="{C3F0D6D9-63CF-48CC-AC92-55C2F08637EF}" dt="2026-03-04T16:50:47.378" v="1477" actId="14100"/>
          <ac:picMkLst>
            <pc:docMk/>
            <pc:sldMk cId="291003178" sldId="286"/>
            <ac:picMk id="4" creationId="{F961AB75-1C81-54B5-604C-5AE7F983CE3D}"/>
          </ac:picMkLst>
        </pc:picChg>
      </pc:sldChg>
      <pc:sldChg chg="addSp modSp new mod">
        <pc:chgData name="vivekgosai361@gmail.com" userId="6b75d97af170ae39" providerId="LiveId" clId="{C3F0D6D9-63CF-48CC-AC92-55C2F08637EF}" dt="2026-03-04T16:51:38.671" v="1481" actId="14100"/>
        <pc:sldMkLst>
          <pc:docMk/>
          <pc:sldMk cId="1426007299" sldId="287"/>
        </pc:sldMkLst>
        <pc:picChg chg="add mod">
          <ac:chgData name="vivekgosai361@gmail.com" userId="6b75d97af170ae39" providerId="LiveId" clId="{C3F0D6D9-63CF-48CC-AC92-55C2F08637EF}" dt="2026-03-04T16:51:38.671" v="1481" actId="14100"/>
          <ac:picMkLst>
            <pc:docMk/>
            <pc:sldMk cId="1426007299" sldId="287"/>
            <ac:picMk id="2" creationId="{ABEB2C59-CC5F-8046-3490-1B0463A2BFA4}"/>
          </ac:picMkLst>
        </pc:picChg>
      </pc:sldChg>
      <pc:sldChg chg="addSp modSp new mod">
        <pc:chgData name="vivekgosai361@gmail.com" userId="6b75d97af170ae39" providerId="LiveId" clId="{C3F0D6D9-63CF-48CC-AC92-55C2F08637EF}" dt="2026-03-04T16:52:46.108" v="1491" actId="14100"/>
        <pc:sldMkLst>
          <pc:docMk/>
          <pc:sldMk cId="680302243" sldId="288"/>
        </pc:sldMkLst>
        <pc:spChg chg="add mod">
          <ac:chgData name="vivekgosai361@gmail.com" userId="6b75d97af170ae39" providerId="LiveId" clId="{C3F0D6D9-63CF-48CC-AC92-55C2F08637EF}" dt="2026-03-04T16:52:16.015" v="1487" actId="255"/>
          <ac:spMkLst>
            <pc:docMk/>
            <pc:sldMk cId="680302243" sldId="288"/>
            <ac:spMk id="3" creationId="{42A34570-5FA6-59EF-A021-78C339F0D9C6}"/>
          </ac:spMkLst>
        </pc:spChg>
        <pc:picChg chg="add mod">
          <ac:chgData name="vivekgosai361@gmail.com" userId="6b75d97af170ae39" providerId="LiveId" clId="{C3F0D6D9-63CF-48CC-AC92-55C2F08637EF}" dt="2026-03-04T16:52:46.108" v="1491" actId="14100"/>
          <ac:picMkLst>
            <pc:docMk/>
            <pc:sldMk cId="680302243" sldId="288"/>
            <ac:picMk id="4" creationId="{D9B0165C-38F6-593A-88AF-04861F57BDD7}"/>
          </ac:picMkLst>
        </pc:picChg>
      </pc:sldChg>
      <pc:sldChg chg="addSp modSp new mod">
        <pc:chgData name="vivekgosai361@gmail.com" userId="6b75d97af170ae39" providerId="LiveId" clId="{C3F0D6D9-63CF-48CC-AC92-55C2F08637EF}" dt="2026-03-04T16:53:56.249" v="1501" actId="14100"/>
        <pc:sldMkLst>
          <pc:docMk/>
          <pc:sldMk cId="94312760" sldId="289"/>
        </pc:sldMkLst>
        <pc:spChg chg="add mod">
          <ac:chgData name="vivekgosai361@gmail.com" userId="6b75d97af170ae39" providerId="LiveId" clId="{C3F0D6D9-63CF-48CC-AC92-55C2F08637EF}" dt="2026-03-04T16:53:38.041" v="1498" actId="255"/>
          <ac:spMkLst>
            <pc:docMk/>
            <pc:sldMk cId="94312760" sldId="289"/>
            <ac:spMk id="3" creationId="{CBC1FB0E-FD4F-EA95-8735-DAB93BA05FF4}"/>
          </ac:spMkLst>
        </pc:spChg>
        <pc:picChg chg="add mod">
          <ac:chgData name="vivekgosai361@gmail.com" userId="6b75d97af170ae39" providerId="LiveId" clId="{C3F0D6D9-63CF-48CC-AC92-55C2F08637EF}" dt="2026-03-04T16:53:56.249" v="1501" actId="14100"/>
          <ac:picMkLst>
            <pc:docMk/>
            <pc:sldMk cId="94312760" sldId="289"/>
            <ac:picMk id="4" creationId="{F8E637CD-6148-F6F3-D814-CE9FE2DE2E75}"/>
          </ac:picMkLst>
        </pc:picChg>
      </pc:sldChg>
      <pc:sldChg chg="addSp modSp new mod">
        <pc:chgData name="vivekgosai361@gmail.com" userId="6b75d97af170ae39" providerId="LiveId" clId="{C3F0D6D9-63CF-48CC-AC92-55C2F08637EF}" dt="2026-03-04T16:55:11.350" v="1512" actId="14100"/>
        <pc:sldMkLst>
          <pc:docMk/>
          <pc:sldMk cId="492099369" sldId="290"/>
        </pc:sldMkLst>
        <pc:spChg chg="add mod">
          <ac:chgData name="vivekgosai361@gmail.com" userId="6b75d97af170ae39" providerId="LiveId" clId="{C3F0D6D9-63CF-48CC-AC92-55C2F08637EF}" dt="2026-03-04T16:54:43.731" v="1508" actId="255"/>
          <ac:spMkLst>
            <pc:docMk/>
            <pc:sldMk cId="492099369" sldId="290"/>
            <ac:spMk id="3" creationId="{A9ACA5CB-EA80-4886-8164-790E227ADD6B}"/>
          </ac:spMkLst>
        </pc:spChg>
        <pc:picChg chg="add mod">
          <ac:chgData name="vivekgosai361@gmail.com" userId="6b75d97af170ae39" providerId="LiveId" clId="{C3F0D6D9-63CF-48CC-AC92-55C2F08637EF}" dt="2026-03-04T16:55:11.350" v="1512" actId="14100"/>
          <ac:picMkLst>
            <pc:docMk/>
            <pc:sldMk cId="492099369" sldId="290"/>
            <ac:picMk id="4" creationId="{808C405D-5E59-0D93-26DD-AF9D0E21DB30}"/>
          </ac:picMkLst>
        </pc:picChg>
      </pc:sldChg>
      <pc:sldChg chg="addSp modSp new mod">
        <pc:chgData name="vivekgosai361@gmail.com" userId="6b75d97af170ae39" providerId="LiveId" clId="{C3F0D6D9-63CF-48CC-AC92-55C2F08637EF}" dt="2026-03-04T16:56:12.888" v="1521" actId="14100"/>
        <pc:sldMkLst>
          <pc:docMk/>
          <pc:sldMk cId="1550145420" sldId="291"/>
        </pc:sldMkLst>
        <pc:spChg chg="add mod">
          <ac:chgData name="vivekgosai361@gmail.com" userId="6b75d97af170ae39" providerId="LiveId" clId="{C3F0D6D9-63CF-48CC-AC92-55C2F08637EF}" dt="2026-03-04T16:55:53.996" v="1518" actId="255"/>
          <ac:spMkLst>
            <pc:docMk/>
            <pc:sldMk cId="1550145420" sldId="291"/>
            <ac:spMk id="3" creationId="{2339A525-FDC7-E3E9-526B-EF2CFB46E63C}"/>
          </ac:spMkLst>
        </pc:spChg>
        <pc:picChg chg="add mod">
          <ac:chgData name="vivekgosai361@gmail.com" userId="6b75d97af170ae39" providerId="LiveId" clId="{C3F0D6D9-63CF-48CC-AC92-55C2F08637EF}" dt="2026-03-04T16:56:12.888" v="1521" actId="14100"/>
          <ac:picMkLst>
            <pc:docMk/>
            <pc:sldMk cId="1550145420" sldId="291"/>
            <ac:picMk id="4" creationId="{17B577D5-CFE4-7399-67A0-343B6DDDEEA6}"/>
          </ac:picMkLst>
        </pc:picChg>
      </pc:sldChg>
      <pc:sldChg chg="addSp modSp new mod">
        <pc:chgData name="vivekgosai361@gmail.com" userId="6b75d97af170ae39" providerId="LiveId" clId="{C3F0D6D9-63CF-48CC-AC92-55C2F08637EF}" dt="2026-03-09T12:22:20.061" v="1675" actId="14100"/>
        <pc:sldMkLst>
          <pc:docMk/>
          <pc:sldMk cId="2275185324" sldId="292"/>
        </pc:sldMkLst>
        <pc:spChg chg="add mod">
          <ac:chgData name="vivekgosai361@gmail.com" userId="6b75d97af170ae39" providerId="LiveId" clId="{C3F0D6D9-63CF-48CC-AC92-55C2F08637EF}" dt="2026-03-09T11:21:04.345" v="1530" actId="1076"/>
          <ac:spMkLst>
            <pc:docMk/>
            <pc:sldMk cId="2275185324" sldId="292"/>
            <ac:spMk id="3" creationId="{864AD083-4833-631B-9371-B207398D3CB0}"/>
          </ac:spMkLst>
        </pc:spChg>
        <pc:picChg chg="add mod">
          <ac:chgData name="vivekgosai361@gmail.com" userId="6b75d97af170ae39" providerId="LiveId" clId="{C3F0D6D9-63CF-48CC-AC92-55C2F08637EF}" dt="2026-03-09T12:22:20.061" v="1675" actId="14100"/>
          <ac:picMkLst>
            <pc:docMk/>
            <pc:sldMk cId="2275185324" sldId="292"/>
            <ac:picMk id="5" creationId="{2CADBC9B-BFDD-10F8-2FD6-6B5BE682C329}"/>
          </ac:picMkLst>
        </pc:picChg>
      </pc:sldChg>
      <pc:sldChg chg="addSp modSp new mod">
        <pc:chgData name="vivekgosai361@gmail.com" userId="6b75d97af170ae39" providerId="LiveId" clId="{C3F0D6D9-63CF-48CC-AC92-55C2F08637EF}" dt="2026-03-09T11:49:29.858" v="1580" actId="1076"/>
        <pc:sldMkLst>
          <pc:docMk/>
          <pc:sldMk cId="2724044291" sldId="293"/>
        </pc:sldMkLst>
        <pc:spChg chg="add mod">
          <ac:chgData name="vivekgosai361@gmail.com" userId="6b75d97af170ae39" providerId="LiveId" clId="{C3F0D6D9-63CF-48CC-AC92-55C2F08637EF}" dt="2026-03-09T11:44:45.890" v="1545" actId="1076"/>
          <ac:spMkLst>
            <pc:docMk/>
            <pc:sldMk cId="2724044291" sldId="293"/>
            <ac:spMk id="3" creationId="{8B56DB35-D3A2-C999-1D55-FD3FE08ADDD5}"/>
          </ac:spMkLst>
        </pc:spChg>
        <pc:spChg chg="add mod">
          <ac:chgData name="vivekgosai361@gmail.com" userId="6b75d97af170ae39" providerId="LiveId" clId="{C3F0D6D9-63CF-48CC-AC92-55C2F08637EF}" dt="2026-03-09T11:47:49.175" v="1566" actId="14100"/>
          <ac:spMkLst>
            <pc:docMk/>
            <pc:sldMk cId="2724044291" sldId="293"/>
            <ac:spMk id="5" creationId="{468D3A24-B14D-C3C8-1613-C21145450B3E}"/>
          </ac:spMkLst>
        </pc:spChg>
        <pc:spChg chg="add mod">
          <ac:chgData name="vivekgosai361@gmail.com" userId="6b75d97af170ae39" providerId="LiveId" clId="{C3F0D6D9-63CF-48CC-AC92-55C2F08637EF}" dt="2026-03-09T11:48:04.976" v="1569" actId="1076"/>
          <ac:spMkLst>
            <pc:docMk/>
            <pc:sldMk cId="2724044291" sldId="293"/>
            <ac:spMk id="7" creationId="{403D2C0A-BF35-A6FD-8B24-AE9064A9A1C1}"/>
          </ac:spMkLst>
        </pc:spChg>
        <pc:spChg chg="add mod">
          <ac:chgData name="vivekgosai361@gmail.com" userId="6b75d97af170ae39" providerId="LiveId" clId="{C3F0D6D9-63CF-48CC-AC92-55C2F08637EF}" dt="2026-03-09T11:48:20.363" v="1572" actId="1076"/>
          <ac:spMkLst>
            <pc:docMk/>
            <pc:sldMk cId="2724044291" sldId="293"/>
            <ac:spMk id="9" creationId="{3C047835-9715-500F-EDEE-858F12817AE2}"/>
          </ac:spMkLst>
        </pc:spChg>
        <pc:spChg chg="add mod">
          <ac:chgData name="vivekgosai361@gmail.com" userId="6b75d97af170ae39" providerId="LiveId" clId="{C3F0D6D9-63CF-48CC-AC92-55C2F08637EF}" dt="2026-03-09T11:48:36.506" v="1575" actId="1076"/>
          <ac:spMkLst>
            <pc:docMk/>
            <pc:sldMk cId="2724044291" sldId="293"/>
            <ac:spMk id="11" creationId="{2FAD64F6-A964-3A26-A8D3-2CCFD2F6B87E}"/>
          </ac:spMkLst>
        </pc:spChg>
        <pc:spChg chg="add mod">
          <ac:chgData name="vivekgosai361@gmail.com" userId="6b75d97af170ae39" providerId="LiveId" clId="{C3F0D6D9-63CF-48CC-AC92-55C2F08637EF}" dt="2026-03-09T11:49:29.858" v="1580" actId="1076"/>
          <ac:spMkLst>
            <pc:docMk/>
            <pc:sldMk cId="2724044291" sldId="293"/>
            <ac:spMk id="13" creationId="{279C2DCA-A661-6687-0B77-1D54F9AB29A5}"/>
          </ac:spMkLst>
        </pc:spChg>
      </pc:sldChg>
      <pc:sldChg chg="addSp delSp modSp new mod">
        <pc:chgData name="vivekgosai361@gmail.com" userId="6b75d97af170ae39" providerId="LiveId" clId="{C3F0D6D9-63CF-48CC-AC92-55C2F08637EF}" dt="2026-03-09T12:39:25.927" v="1917" actId="20577"/>
        <pc:sldMkLst>
          <pc:docMk/>
          <pc:sldMk cId="1206452200" sldId="294"/>
        </pc:sldMkLst>
        <pc:spChg chg="mod">
          <ac:chgData name="vivekgosai361@gmail.com" userId="6b75d97af170ae39" providerId="LiveId" clId="{C3F0D6D9-63CF-48CC-AC92-55C2F08637EF}" dt="2026-03-09T12:24:15.891" v="1681"/>
          <ac:spMkLst>
            <pc:docMk/>
            <pc:sldMk cId="1206452200" sldId="294"/>
            <ac:spMk id="4" creationId="{D8CC0C43-F9CA-5516-61D2-D5294B38A0E2}"/>
          </ac:spMkLst>
        </pc:spChg>
        <pc:spChg chg="mod">
          <ac:chgData name="vivekgosai361@gmail.com" userId="6b75d97af170ae39" providerId="LiveId" clId="{C3F0D6D9-63CF-48CC-AC92-55C2F08637EF}" dt="2026-03-09T12:24:15.891" v="1681"/>
          <ac:spMkLst>
            <pc:docMk/>
            <pc:sldMk cId="1206452200" sldId="294"/>
            <ac:spMk id="5" creationId="{B0390C0E-6CAA-51A3-EEA5-FF8D44C47958}"/>
          </ac:spMkLst>
        </pc:spChg>
        <pc:spChg chg="mod">
          <ac:chgData name="vivekgosai361@gmail.com" userId="6b75d97af170ae39" providerId="LiveId" clId="{C3F0D6D9-63CF-48CC-AC92-55C2F08637EF}" dt="2026-03-09T12:24:15.891" v="1681"/>
          <ac:spMkLst>
            <pc:docMk/>
            <pc:sldMk cId="1206452200" sldId="294"/>
            <ac:spMk id="6" creationId="{1B42FF43-1243-4061-860D-BB92058C1FB7}"/>
          </ac:spMkLst>
        </pc:spChg>
        <pc:spChg chg="mod">
          <ac:chgData name="vivekgosai361@gmail.com" userId="6b75d97af170ae39" providerId="LiveId" clId="{C3F0D6D9-63CF-48CC-AC92-55C2F08637EF}" dt="2026-03-09T12:25:42.697" v="1690"/>
          <ac:spMkLst>
            <pc:docMk/>
            <pc:sldMk cId="1206452200" sldId="294"/>
            <ac:spMk id="9" creationId="{D2BA1D23-5ED0-7C9A-C861-39A2C16B7BB7}"/>
          </ac:spMkLst>
        </pc:spChg>
        <pc:spChg chg="mod">
          <ac:chgData name="vivekgosai361@gmail.com" userId="6b75d97af170ae39" providerId="LiveId" clId="{C3F0D6D9-63CF-48CC-AC92-55C2F08637EF}" dt="2026-03-09T12:25:42.697" v="1690"/>
          <ac:spMkLst>
            <pc:docMk/>
            <pc:sldMk cId="1206452200" sldId="294"/>
            <ac:spMk id="10" creationId="{AACB1260-F689-EBD9-3DC7-9504F8B6C7FD}"/>
          </ac:spMkLst>
        </pc:spChg>
        <pc:spChg chg="mod">
          <ac:chgData name="vivekgosai361@gmail.com" userId="6b75d97af170ae39" providerId="LiveId" clId="{C3F0D6D9-63CF-48CC-AC92-55C2F08637EF}" dt="2026-03-09T12:25:42.697" v="1690"/>
          <ac:spMkLst>
            <pc:docMk/>
            <pc:sldMk cId="1206452200" sldId="294"/>
            <ac:spMk id="11" creationId="{CEACD4F7-6947-52D8-DFE0-FA819DB80F19}"/>
          </ac:spMkLst>
        </pc:spChg>
        <pc:spChg chg="add mod">
          <ac:chgData name="vivekgosai361@gmail.com" userId="6b75d97af170ae39" providerId="LiveId" clId="{C3F0D6D9-63CF-48CC-AC92-55C2F08637EF}" dt="2026-03-09T12:36:31.032" v="1800" actId="20577"/>
          <ac:spMkLst>
            <pc:docMk/>
            <pc:sldMk cId="1206452200" sldId="294"/>
            <ac:spMk id="13" creationId="{975B5E1E-F651-7E22-AF6E-345C404B3C34}"/>
          </ac:spMkLst>
        </pc:spChg>
        <pc:spChg chg="add mod">
          <ac:chgData name="vivekgosai361@gmail.com" userId="6b75d97af170ae39" providerId="LiveId" clId="{C3F0D6D9-63CF-48CC-AC92-55C2F08637EF}" dt="2026-03-09T12:37:18.257" v="1807" actId="2085"/>
          <ac:spMkLst>
            <pc:docMk/>
            <pc:sldMk cId="1206452200" sldId="294"/>
            <ac:spMk id="14" creationId="{AC4D5B5D-C699-5869-13A1-C62A6C3CE462}"/>
          </ac:spMkLst>
        </pc:spChg>
        <pc:spChg chg="add mod">
          <ac:chgData name="vivekgosai361@gmail.com" userId="6b75d97af170ae39" providerId="LiveId" clId="{C3F0D6D9-63CF-48CC-AC92-55C2F08637EF}" dt="2026-03-09T12:39:25.927" v="1917" actId="20577"/>
          <ac:spMkLst>
            <pc:docMk/>
            <pc:sldMk cId="1206452200" sldId="294"/>
            <ac:spMk id="15" creationId="{9E47D4B7-B8A8-848C-0B8D-1B1A8A61EDFD}"/>
          </ac:spMkLst>
        </pc:spChg>
        <pc:grpChg chg="add del mod">
          <ac:chgData name="vivekgosai361@gmail.com" userId="6b75d97af170ae39" providerId="LiveId" clId="{C3F0D6D9-63CF-48CC-AC92-55C2F08637EF}" dt="2026-03-09T12:24:24.423" v="1682" actId="478"/>
          <ac:grpSpMkLst>
            <pc:docMk/>
            <pc:sldMk cId="1206452200" sldId="294"/>
            <ac:grpSpMk id="3" creationId="{2DF7DB1D-9BBE-179D-6381-3117DFBED80E}"/>
          </ac:grpSpMkLst>
        </pc:grpChg>
        <pc:grpChg chg="add del mod">
          <ac:chgData name="vivekgosai361@gmail.com" userId="6b75d97af170ae39" providerId="LiveId" clId="{C3F0D6D9-63CF-48CC-AC92-55C2F08637EF}" dt="2026-03-09T12:25:48.474" v="1691" actId="478"/>
          <ac:grpSpMkLst>
            <pc:docMk/>
            <pc:sldMk cId="1206452200" sldId="294"/>
            <ac:grpSpMk id="8" creationId="{E4C6E6D3-5975-F3BA-3E25-B9425722BA31}"/>
          </ac:grpSpMkLst>
        </pc:grpChg>
        <pc:graphicFrameChg chg="add del mod modGraphic">
          <ac:chgData name="vivekgosai361@gmail.com" userId="6b75d97af170ae39" providerId="LiveId" clId="{C3F0D6D9-63CF-48CC-AC92-55C2F08637EF}" dt="2026-03-09T12:25:18.663" v="1689" actId="478"/>
          <ac:graphicFrameMkLst>
            <pc:docMk/>
            <pc:sldMk cId="1206452200" sldId="294"/>
            <ac:graphicFrameMk id="2" creationId="{BB6F428C-5140-3C34-86C8-A09D7F24AB37}"/>
          </ac:graphicFrameMkLst>
        </pc:graphicFrameChg>
        <pc:graphicFrameChg chg="add mod modGraphic">
          <ac:chgData name="vivekgosai361@gmail.com" userId="6b75d97af170ae39" providerId="LiveId" clId="{C3F0D6D9-63CF-48CC-AC92-55C2F08637EF}" dt="2026-03-09T12:34:01.800" v="1722" actId="12385"/>
          <ac:graphicFrameMkLst>
            <pc:docMk/>
            <pc:sldMk cId="1206452200" sldId="294"/>
            <ac:graphicFrameMk id="7" creationId="{254351CE-3745-31C8-C178-E6D9E1A96FFE}"/>
          </ac:graphicFrameMkLst>
        </pc:graphicFrameChg>
        <pc:graphicFrameChg chg="add mod modGraphic">
          <ac:chgData name="vivekgosai361@gmail.com" userId="6b75d97af170ae39" providerId="LiveId" clId="{C3F0D6D9-63CF-48CC-AC92-55C2F08637EF}" dt="2026-03-09T12:38:23.441" v="1907" actId="20577"/>
          <ac:graphicFrameMkLst>
            <pc:docMk/>
            <pc:sldMk cId="1206452200" sldId="294"/>
            <ac:graphicFrameMk id="12" creationId="{D3CB0F7F-E0BF-D167-F2A8-3DE8555BAFDA}"/>
          </ac:graphicFrameMkLst>
        </pc:graphicFrameChg>
      </pc:sldChg>
      <pc:sldChg chg="addSp delSp modSp new mod">
        <pc:chgData name="vivekgosai361@gmail.com" userId="6b75d97af170ae39" providerId="LiveId" clId="{C3F0D6D9-63CF-48CC-AC92-55C2F08637EF}" dt="2026-03-09T12:41:30.765" v="2007" actId="12385"/>
        <pc:sldMkLst>
          <pc:docMk/>
          <pc:sldMk cId="3149370739" sldId="295"/>
        </pc:sldMkLst>
        <pc:spChg chg="add mod">
          <ac:chgData name="vivekgosai361@gmail.com" userId="6b75d97af170ae39" providerId="LiveId" clId="{C3F0D6D9-63CF-48CC-AC92-55C2F08637EF}" dt="2026-03-09T12:39:45.461" v="1922" actId="20577"/>
          <ac:spMkLst>
            <pc:docMk/>
            <pc:sldMk cId="3149370739" sldId="295"/>
            <ac:spMk id="2" creationId="{63A9C6E0-477F-8E4A-CAA0-186EFD41EBDD}"/>
          </ac:spMkLst>
        </pc:spChg>
        <pc:spChg chg="mod">
          <ac:chgData name="vivekgosai361@gmail.com" userId="6b75d97af170ae39" providerId="LiveId" clId="{C3F0D6D9-63CF-48CC-AC92-55C2F08637EF}" dt="2026-03-09T12:40:17.760" v="1923"/>
          <ac:spMkLst>
            <pc:docMk/>
            <pc:sldMk cId="3149370739" sldId="295"/>
            <ac:spMk id="5" creationId="{77F638EF-B3CB-CB04-5C29-E4A3990D86E4}"/>
          </ac:spMkLst>
        </pc:spChg>
        <pc:spChg chg="mod">
          <ac:chgData name="vivekgosai361@gmail.com" userId="6b75d97af170ae39" providerId="LiveId" clId="{C3F0D6D9-63CF-48CC-AC92-55C2F08637EF}" dt="2026-03-09T12:40:17.760" v="1923"/>
          <ac:spMkLst>
            <pc:docMk/>
            <pc:sldMk cId="3149370739" sldId="295"/>
            <ac:spMk id="6" creationId="{5EE01E2D-2FC1-187B-6542-0332C9730638}"/>
          </ac:spMkLst>
        </pc:spChg>
        <pc:grpChg chg="add del mod">
          <ac:chgData name="vivekgosai361@gmail.com" userId="6b75d97af170ae39" providerId="LiveId" clId="{C3F0D6D9-63CF-48CC-AC92-55C2F08637EF}" dt="2026-03-09T12:40:27.953" v="1926" actId="478"/>
          <ac:grpSpMkLst>
            <pc:docMk/>
            <pc:sldMk cId="3149370739" sldId="295"/>
            <ac:grpSpMk id="4" creationId="{029012E6-72F7-4992-38BD-436C81188089}"/>
          </ac:grpSpMkLst>
        </pc:grpChg>
        <pc:graphicFrameChg chg="add del mod modGraphic">
          <ac:chgData name="vivekgosai361@gmail.com" userId="6b75d97af170ae39" providerId="LiveId" clId="{C3F0D6D9-63CF-48CC-AC92-55C2F08637EF}" dt="2026-03-09T12:41:30.765" v="2007" actId="12385"/>
          <ac:graphicFrameMkLst>
            <pc:docMk/>
            <pc:sldMk cId="3149370739" sldId="295"/>
            <ac:graphicFrameMk id="3" creationId="{A5625571-7902-2F79-A75D-23A96D124A2A}"/>
          </ac:graphicFrameMkLst>
        </pc:graphicFrameChg>
      </pc:sldChg>
      <pc:sldChg chg="addSp modSp new mod">
        <pc:chgData name="vivekgosai361@gmail.com" userId="6b75d97af170ae39" providerId="LiveId" clId="{C3F0D6D9-63CF-48CC-AC92-55C2F08637EF}" dt="2026-03-09T13:08:49.990" v="2059" actId="5793"/>
        <pc:sldMkLst>
          <pc:docMk/>
          <pc:sldMk cId="3423958429" sldId="296"/>
        </pc:sldMkLst>
        <pc:spChg chg="add mod">
          <ac:chgData name="vivekgosai361@gmail.com" userId="6b75d97af170ae39" providerId="LiveId" clId="{C3F0D6D9-63CF-48CC-AC92-55C2F08637EF}" dt="2026-03-09T13:05:26.489" v="2040" actId="1076"/>
          <ac:spMkLst>
            <pc:docMk/>
            <pc:sldMk cId="3423958429" sldId="296"/>
            <ac:spMk id="3" creationId="{1A1813B7-ABA8-2D4A-3817-9AAF44A12FCE}"/>
          </ac:spMkLst>
        </pc:spChg>
        <pc:spChg chg="add mod">
          <ac:chgData name="vivekgosai361@gmail.com" userId="6b75d97af170ae39" providerId="LiveId" clId="{C3F0D6D9-63CF-48CC-AC92-55C2F08637EF}" dt="2026-03-09T13:08:49.990" v="2059" actId="5793"/>
          <ac:spMkLst>
            <pc:docMk/>
            <pc:sldMk cId="3423958429" sldId="296"/>
            <ac:spMk id="5" creationId="{1A88FE2D-F703-0FA6-7A3B-F2DE1784BCD8}"/>
          </ac:spMkLst>
        </pc:spChg>
        <pc:picChg chg="add mod">
          <ac:chgData name="vivekgosai361@gmail.com" userId="6b75d97af170ae39" providerId="LiveId" clId="{C3F0D6D9-63CF-48CC-AC92-55C2F08637EF}" dt="2026-03-09T13:07:54.774" v="2055" actId="14100"/>
          <ac:picMkLst>
            <pc:docMk/>
            <pc:sldMk cId="3423958429" sldId="296"/>
            <ac:picMk id="6" creationId="{189EE36B-1035-EF52-FE4A-234B46304146}"/>
          </ac:picMkLst>
        </pc:picChg>
      </pc:sldChg>
      <pc:sldChg chg="addSp modSp new mod">
        <pc:chgData name="vivekgosai361@gmail.com" userId="6b75d97af170ae39" providerId="LiveId" clId="{C3F0D6D9-63CF-48CC-AC92-55C2F08637EF}" dt="2026-03-09T13:10:05.573" v="2068" actId="14100"/>
        <pc:sldMkLst>
          <pc:docMk/>
          <pc:sldMk cId="2588820377" sldId="297"/>
        </pc:sldMkLst>
        <pc:spChg chg="add mod">
          <ac:chgData name="vivekgosai361@gmail.com" userId="6b75d97af170ae39" providerId="LiveId" clId="{C3F0D6D9-63CF-48CC-AC92-55C2F08637EF}" dt="2026-03-09T13:09:35.550" v="2063" actId="1076"/>
          <ac:spMkLst>
            <pc:docMk/>
            <pc:sldMk cId="2588820377" sldId="297"/>
            <ac:spMk id="3" creationId="{A39794AC-A05D-9E40-670A-AF1339585137}"/>
          </ac:spMkLst>
        </pc:spChg>
        <pc:picChg chg="add mod">
          <ac:chgData name="vivekgosai361@gmail.com" userId="6b75d97af170ae39" providerId="LiveId" clId="{C3F0D6D9-63CF-48CC-AC92-55C2F08637EF}" dt="2026-03-09T13:10:05.573" v="2068" actId="14100"/>
          <ac:picMkLst>
            <pc:docMk/>
            <pc:sldMk cId="2588820377" sldId="297"/>
            <ac:picMk id="4" creationId="{AE9D05AF-0EE4-6BA3-3DA9-1E47AA46AD25}"/>
          </ac:picMkLst>
        </pc:picChg>
      </pc:sldChg>
      <pc:sldChg chg="addSp modSp new mod">
        <pc:chgData name="vivekgosai361@gmail.com" userId="6b75d97af170ae39" providerId="LiveId" clId="{C3F0D6D9-63CF-48CC-AC92-55C2F08637EF}" dt="2026-03-09T13:11:58.560" v="2079" actId="14100"/>
        <pc:sldMkLst>
          <pc:docMk/>
          <pc:sldMk cId="1506270386" sldId="298"/>
        </pc:sldMkLst>
        <pc:spChg chg="add mod">
          <ac:chgData name="vivekgosai361@gmail.com" userId="6b75d97af170ae39" providerId="LiveId" clId="{C3F0D6D9-63CF-48CC-AC92-55C2F08637EF}" dt="2026-03-09T13:11:19.517" v="2074" actId="1076"/>
          <ac:spMkLst>
            <pc:docMk/>
            <pc:sldMk cId="1506270386" sldId="298"/>
            <ac:spMk id="3" creationId="{7F19FC4A-0CAB-F63E-F66B-04E12EF4E197}"/>
          </ac:spMkLst>
        </pc:spChg>
        <pc:picChg chg="add mod">
          <ac:chgData name="vivekgosai361@gmail.com" userId="6b75d97af170ae39" providerId="LiveId" clId="{C3F0D6D9-63CF-48CC-AC92-55C2F08637EF}" dt="2026-03-09T13:11:58.560" v="2079" actId="14100"/>
          <ac:picMkLst>
            <pc:docMk/>
            <pc:sldMk cId="1506270386" sldId="298"/>
            <ac:picMk id="4" creationId="{EA0B2E12-EE39-A6A3-8808-C95E2B0AB91E}"/>
          </ac:picMkLst>
        </pc:picChg>
      </pc:sldChg>
      <pc:sldChg chg="addSp modSp new mod">
        <pc:chgData name="vivekgosai361@gmail.com" userId="6b75d97af170ae39" providerId="LiveId" clId="{C3F0D6D9-63CF-48CC-AC92-55C2F08637EF}" dt="2026-03-09T13:17:31.253" v="2087" actId="1076"/>
        <pc:sldMkLst>
          <pc:docMk/>
          <pc:sldMk cId="2997149319" sldId="299"/>
        </pc:sldMkLst>
        <pc:spChg chg="add mod">
          <ac:chgData name="vivekgosai361@gmail.com" userId="6b75d97af170ae39" providerId="LiveId" clId="{C3F0D6D9-63CF-48CC-AC92-55C2F08637EF}" dt="2026-03-09T13:17:31.253" v="2087" actId="1076"/>
          <ac:spMkLst>
            <pc:docMk/>
            <pc:sldMk cId="2997149319" sldId="299"/>
            <ac:spMk id="3" creationId="{36C93694-5392-85B9-723C-B5D77793188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8657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2.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0.png"/><Relationship Id="rId7" Type="http://schemas.openxmlformats.org/officeDocument/2006/relationships/image" Target="../media/image14.sv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svg"/><Relationship Id="rId12"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20.png"/><Relationship Id="rId11" Type="http://schemas.openxmlformats.org/officeDocument/2006/relationships/image" Target="../media/image25.svg"/><Relationship Id="rId5" Type="http://schemas.openxmlformats.org/officeDocument/2006/relationships/image" Target="../media/image19.sv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svg"/></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8.jpe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9.jpe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0.png"/><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1.png"/><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2.png"/><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072D325-8979-4CF6-7EF7-090EA487A938}"/>
              </a:ext>
            </a:extLst>
          </p:cNvPr>
          <p:cNvSpPr txBox="1"/>
          <p:nvPr/>
        </p:nvSpPr>
        <p:spPr>
          <a:xfrm>
            <a:off x="4152208" y="214071"/>
            <a:ext cx="7315200" cy="1661993"/>
          </a:xfrm>
          <a:prstGeom prst="rect">
            <a:avLst/>
          </a:prstGeom>
          <a:noFill/>
        </p:spPr>
        <p:txBody>
          <a:bodyPr wrap="square">
            <a:spAutoFit/>
          </a:bodyPr>
          <a:lstStyle/>
          <a:p>
            <a:pPr algn="l"/>
            <a:endParaRPr lang="en-IN" sz="1000" b="0" i="0" u="none" strike="noStrike" baseline="0" dirty="0">
              <a:solidFill>
                <a:srgbClr val="000000"/>
              </a:solidFill>
              <a:latin typeface="Calibri" panose="020F0502020204030204" pitchFamily="34" charset="0"/>
            </a:endParaRPr>
          </a:p>
          <a:p>
            <a:r>
              <a:rPr lang="en-IN" sz="3200" b="0" i="1" u="none" strike="noStrike" baseline="0" dirty="0">
                <a:solidFill>
                  <a:srgbClr val="000000"/>
                </a:solidFill>
                <a:latin typeface="Calibri" panose="020F0502020204030204" pitchFamily="34" charset="0"/>
              </a:rPr>
              <a:t>     </a:t>
            </a:r>
            <a:r>
              <a:rPr lang="en-IN" sz="3200" b="1" i="1" u="none" strike="noStrike" baseline="0" dirty="0">
                <a:solidFill>
                  <a:srgbClr val="000000"/>
                </a:solidFill>
                <a:latin typeface="Calibri" panose="020F0502020204030204" pitchFamily="34" charset="0"/>
              </a:rPr>
              <a:t>E</a:t>
            </a:r>
            <a:r>
              <a:rPr lang="en-IN" sz="3200" b="1" i="1" dirty="0">
                <a:solidFill>
                  <a:srgbClr val="000000"/>
                </a:solidFill>
                <a:latin typeface="Calibri" panose="020F0502020204030204" pitchFamily="34" charset="0"/>
              </a:rPr>
              <a:t>VENT</a:t>
            </a:r>
            <a:r>
              <a:rPr lang="en-IN" sz="3200" b="1" i="1" u="none" strike="noStrike" baseline="0" dirty="0">
                <a:solidFill>
                  <a:srgbClr val="000000"/>
                </a:solidFill>
                <a:latin typeface="Calibri" panose="020F0502020204030204" pitchFamily="34" charset="0"/>
              </a:rPr>
              <a:t> </a:t>
            </a:r>
            <a:r>
              <a:rPr lang="en-IN" sz="3200" b="1" i="1" dirty="0">
                <a:solidFill>
                  <a:srgbClr val="000000"/>
                </a:solidFill>
                <a:latin typeface="Calibri" panose="020F0502020204030204" pitchFamily="34" charset="0"/>
              </a:rPr>
              <a:t>MANAGEMENT </a:t>
            </a:r>
            <a:r>
              <a:rPr lang="en-IN" sz="3200" b="1" i="1" u="none" strike="noStrike" baseline="0" dirty="0">
                <a:solidFill>
                  <a:srgbClr val="000000"/>
                </a:solidFill>
                <a:latin typeface="Calibri" panose="020F0502020204030204" pitchFamily="34" charset="0"/>
              </a:rPr>
              <a:t>SYSTEM</a:t>
            </a:r>
            <a:endParaRPr lang="en-IN" sz="3200" b="0" i="0" u="none" strike="noStrike" baseline="0" dirty="0">
              <a:solidFill>
                <a:srgbClr val="000000"/>
              </a:solidFill>
              <a:latin typeface="Calibri" panose="020F0502020204030204" pitchFamily="34" charset="0"/>
            </a:endParaRPr>
          </a:p>
          <a:p>
            <a:r>
              <a:rPr lang="en-IN" sz="2800" b="0" i="0" u="none" strike="noStrike" baseline="0" dirty="0">
                <a:solidFill>
                  <a:srgbClr val="000000"/>
                </a:solidFill>
                <a:latin typeface="Calibri" panose="020F0502020204030204" pitchFamily="34" charset="0"/>
              </a:rPr>
              <a:t>	           “ Momento ” </a:t>
            </a:r>
          </a:p>
          <a:p>
            <a:r>
              <a:rPr lang="en-IN" sz="1400" b="1" i="0" u="none" strike="noStrike" baseline="0" dirty="0">
                <a:solidFill>
                  <a:srgbClr val="000000"/>
                </a:solidFill>
                <a:latin typeface="Calibri" panose="020F0502020204030204" pitchFamily="34" charset="0"/>
              </a:rPr>
              <a:t>	</a:t>
            </a:r>
          </a:p>
          <a:p>
            <a:r>
              <a:rPr lang="en-IN" b="1" dirty="0">
                <a:solidFill>
                  <a:srgbClr val="000000"/>
                </a:solidFill>
                <a:latin typeface="Calibri" panose="020F0502020204030204" pitchFamily="34" charset="0"/>
              </a:rPr>
              <a:t>		     </a:t>
            </a:r>
            <a:r>
              <a:rPr lang="en-IN" b="1" i="0" u="none" strike="noStrike" baseline="0" dirty="0">
                <a:solidFill>
                  <a:srgbClr val="000000"/>
                </a:solidFill>
                <a:latin typeface="Calibri" panose="020F0502020204030204" pitchFamily="34" charset="0"/>
              </a:rPr>
              <a:t>Submitted By : </a:t>
            </a:r>
            <a:endParaRPr lang="en-IN" dirty="0"/>
          </a:p>
        </p:txBody>
      </p:sp>
      <p:graphicFrame>
        <p:nvGraphicFramePr>
          <p:cNvPr id="6" name="Table 5">
            <a:extLst>
              <a:ext uri="{FF2B5EF4-FFF2-40B4-BE49-F238E27FC236}">
                <a16:creationId xmlns:a16="http://schemas.microsoft.com/office/drawing/2014/main" id="{D0D3C846-1132-1E82-8034-D3BC6991B1B9}"/>
              </a:ext>
            </a:extLst>
          </p:cNvPr>
          <p:cNvGraphicFramePr>
            <a:graphicFrameLocks noGrp="1"/>
          </p:cNvGraphicFramePr>
          <p:nvPr>
            <p:extLst>
              <p:ext uri="{D42A27DB-BD31-4B8C-83A1-F6EECF244321}">
                <p14:modId xmlns:p14="http://schemas.microsoft.com/office/powerpoint/2010/main" val="1183403923"/>
              </p:ext>
            </p:extLst>
          </p:nvPr>
        </p:nvGraphicFramePr>
        <p:xfrm>
          <a:off x="4268586" y="1924634"/>
          <a:ext cx="5373716" cy="2413955"/>
        </p:xfrm>
        <a:graphic>
          <a:graphicData uri="http://schemas.openxmlformats.org/drawingml/2006/table">
            <a:tbl>
              <a:tblPr firstRow="1" bandRow="1">
                <a:tableStyleId>{2D5ABB26-0587-4C30-8999-92F81FD0307C}</a:tableStyleId>
              </a:tblPr>
              <a:tblGrid>
                <a:gridCol w="2686858">
                  <a:extLst>
                    <a:ext uri="{9D8B030D-6E8A-4147-A177-3AD203B41FA5}">
                      <a16:colId xmlns:a16="http://schemas.microsoft.com/office/drawing/2014/main" val="3016392566"/>
                    </a:ext>
                  </a:extLst>
                </a:gridCol>
                <a:gridCol w="2686858">
                  <a:extLst>
                    <a:ext uri="{9D8B030D-6E8A-4147-A177-3AD203B41FA5}">
                      <a16:colId xmlns:a16="http://schemas.microsoft.com/office/drawing/2014/main" val="1884125769"/>
                    </a:ext>
                  </a:extLst>
                </a:gridCol>
              </a:tblGrid>
              <a:tr h="482791">
                <a:tc>
                  <a:txBody>
                    <a:bodyPr/>
                    <a:lstStyle/>
                    <a:p>
                      <a:pPr algn="ctr"/>
                      <a:r>
                        <a:rPr lang="en-US" dirty="0"/>
                        <a:t>Name</a:t>
                      </a:r>
                      <a:endParaRPr lang="en-IN" dirty="0"/>
                    </a:p>
                  </a:txBody>
                  <a:tcPr/>
                </a:tc>
                <a:tc>
                  <a:txBody>
                    <a:bodyPr/>
                    <a:lstStyle/>
                    <a:p>
                      <a:pPr algn="ctr"/>
                      <a:r>
                        <a:rPr lang="en-US" dirty="0"/>
                        <a:t>Enrollment No</a:t>
                      </a:r>
                      <a:endParaRPr lang="en-IN" dirty="0"/>
                    </a:p>
                  </a:txBody>
                  <a:tcPr/>
                </a:tc>
                <a:extLst>
                  <a:ext uri="{0D108BD9-81ED-4DB2-BD59-A6C34878D82A}">
                    <a16:rowId xmlns:a16="http://schemas.microsoft.com/office/drawing/2014/main" val="101873096"/>
                  </a:ext>
                </a:extLst>
              </a:tr>
              <a:tr h="482791">
                <a:tc>
                  <a:txBody>
                    <a:bodyPr/>
                    <a:lstStyle/>
                    <a:p>
                      <a:pPr algn="ctr"/>
                      <a:r>
                        <a:rPr lang="en-IN" sz="2400" b="0" u="none" strike="noStrike" kern="1200" baseline="0" dirty="0">
                          <a:solidFill>
                            <a:schemeClr val="dk1"/>
                          </a:solidFill>
                        </a:rPr>
                        <a:t> Mihir Vaidya 	</a:t>
                      </a:r>
                      <a:endParaRPr lang="en-IN" sz="2400" b="0" i="0" u="none" strike="noStrike" kern="1200" baseline="0" dirty="0">
                        <a:solidFill>
                          <a:schemeClr val="dk1"/>
                        </a:solidFill>
                        <a:latin typeface="+mn-lt"/>
                        <a:ea typeface="+mn-ea"/>
                        <a:cs typeface="+mn-cs"/>
                      </a:endParaRPr>
                    </a:p>
                  </a:txBody>
                  <a:tcPr/>
                </a:tc>
                <a:tc>
                  <a:txBody>
                    <a:bodyPr/>
                    <a:lstStyle/>
                    <a:p>
                      <a:pPr algn="ctr"/>
                      <a:r>
                        <a:rPr lang="en-IN" sz="2400" b="0" u="none" strike="noStrike" kern="1200" baseline="0" dirty="0">
                          <a:solidFill>
                            <a:schemeClr val="dk1"/>
                          </a:solidFill>
                        </a:rPr>
                        <a:t>202504104610024 </a:t>
                      </a:r>
                      <a:endParaRPr lang="en-IN" sz="2400" b="0" i="0" u="none" strike="noStrike" kern="1200" baseline="0" dirty="0">
                        <a:solidFill>
                          <a:schemeClr val="dk1"/>
                        </a:solidFill>
                        <a:latin typeface="+mn-lt"/>
                        <a:ea typeface="+mn-ea"/>
                        <a:cs typeface="+mn-cs"/>
                      </a:endParaRPr>
                    </a:p>
                  </a:txBody>
                  <a:tcPr/>
                </a:tc>
                <a:extLst>
                  <a:ext uri="{0D108BD9-81ED-4DB2-BD59-A6C34878D82A}">
                    <a16:rowId xmlns:a16="http://schemas.microsoft.com/office/drawing/2014/main" val="3555071409"/>
                  </a:ext>
                </a:extLst>
              </a:tr>
              <a:tr h="482791">
                <a:tc>
                  <a:txBody>
                    <a:bodyPr/>
                    <a:lstStyle/>
                    <a:p>
                      <a:pPr algn="ctr"/>
                      <a:r>
                        <a:rPr lang="en-IN" sz="2400" b="0" u="none" strike="noStrike" kern="1200" baseline="0" dirty="0">
                          <a:solidFill>
                            <a:schemeClr val="dk1"/>
                          </a:solidFill>
                        </a:rPr>
                        <a:t>Vivek Gosai 	</a:t>
                      </a:r>
                      <a:endParaRPr lang="en-IN" sz="2400" b="0" i="0" u="none" strike="noStrike" kern="1200" baseline="0" dirty="0">
                        <a:solidFill>
                          <a:schemeClr val="dk1"/>
                        </a:solidFill>
                        <a:latin typeface="+mn-lt"/>
                        <a:ea typeface="+mn-ea"/>
                        <a:cs typeface="+mn-cs"/>
                      </a:endParaRPr>
                    </a:p>
                  </a:txBody>
                  <a:tcPr/>
                </a:tc>
                <a:tc>
                  <a:txBody>
                    <a:bodyPr/>
                    <a:lstStyle/>
                    <a:p>
                      <a:pPr algn="ctr"/>
                      <a:r>
                        <a:rPr lang="en-IN" sz="2400" b="0" u="none" strike="noStrike" kern="1200" baseline="0" dirty="0">
                          <a:solidFill>
                            <a:schemeClr val="dk1"/>
                          </a:solidFill>
                        </a:rPr>
                        <a:t> 202504104610023 </a:t>
                      </a:r>
                      <a:endParaRPr lang="en-IN" sz="2400" b="0" i="0" u="none" strike="noStrike" kern="1200" baseline="0" dirty="0">
                        <a:solidFill>
                          <a:schemeClr val="dk1"/>
                        </a:solidFill>
                        <a:latin typeface="+mn-lt"/>
                        <a:ea typeface="+mn-ea"/>
                        <a:cs typeface="+mn-cs"/>
                      </a:endParaRPr>
                    </a:p>
                  </a:txBody>
                  <a:tcPr/>
                </a:tc>
                <a:extLst>
                  <a:ext uri="{0D108BD9-81ED-4DB2-BD59-A6C34878D82A}">
                    <a16:rowId xmlns:a16="http://schemas.microsoft.com/office/drawing/2014/main" val="3045400407"/>
                  </a:ext>
                </a:extLst>
              </a:tr>
              <a:tr h="482791">
                <a:tc>
                  <a:txBody>
                    <a:bodyPr/>
                    <a:lstStyle/>
                    <a:p>
                      <a:pPr algn="ctr"/>
                      <a:r>
                        <a:rPr lang="en-IN" sz="2400" b="0" u="none" strike="noStrike" kern="1200" baseline="0" dirty="0">
                          <a:solidFill>
                            <a:schemeClr val="dk1"/>
                          </a:solidFill>
                        </a:rPr>
                        <a:t>Chirag Modi 	</a:t>
                      </a:r>
                      <a:endParaRPr lang="en-IN" sz="2400" b="0" i="0" u="none" strike="noStrike" kern="1200" baseline="0" dirty="0">
                        <a:solidFill>
                          <a:schemeClr val="dk1"/>
                        </a:solidFill>
                        <a:latin typeface="+mn-lt"/>
                        <a:ea typeface="+mn-ea"/>
                        <a:cs typeface="+mn-cs"/>
                      </a:endParaRPr>
                    </a:p>
                  </a:txBody>
                  <a:tcPr/>
                </a:tc>
                <a:tc>
                  <a:txBody>
                    <a:bodyPr/>
                    <a:lstStyle/>
                    <a:p>
                      <a:pPr algn="ctr"/>
                      <a:r>
                        <a:rPr lang="en-IN" sz="2400" b="0" u="none" strike="noStrike" kern="1200" baseline="0" dirty="0">
                          <a:solidFill>
                            <a:schemeClr val="dk1"/>
                          </a:solidFill>
                        </a:rPr>
                        <a:t>202504104610142 </a:t>
                      </a:r>
                      <a:endParaRPr lang="en-IN" sz="2400" b="0" i="0" u="none" strike="noStrike" kern="1200" baseline="0" dirty="0">
                        <a:solidFill>
                          <a:schemeClr val="dk1"/>
                        </a:solidFill>
                        <a:latin typeface="+mn-lt"/>
                        <a:ea typeface="+mn-ea"/>
                        <a:cs typeface="+mn-cs"/>
                      </a:endParaRPr>
                    </a:p>
                  </a:txBody>
                  <a:tcPr/>
                </a:tc>
                <a:extLst>
                  <a:ext uri="{0D108BD9-81ED-4DB2-BD59-A6C34878D82A}">
                    <a16:rowId xmlns:a16="http://schemas.microsoft.com/office/drawing/2014/main" val="698872598"/>
                  </a:ext>
                </a:extLst>
              </a:tr>
              <a:tr h="482791">
                <a:tc>
                  <a:txBody>
                    <a:bodyPr/>
                    <a:lstStyle/>
                    <a:p>
                      <a:pPr algn="ctr"/>
                      <a:r>
                        <a:rPr lang="en-IN" sz="2400" b="0" u="none" strike="noStrike" kern="1200" baseline="0" dirty="0">
                          <a:solidFill>
                            <a:schemeClr val="dk1"/>
                          </a:solidFill>
                        </a:rPr>
                        <a:t>Viraj Patel 	</a:t>
                      </a:r>
                      <a:endParaRPr lang="en-IN" sz="2400" b="0" i="0" u="none" strike="noStrike" kern="1200" baseline="0" dirty="0">
                        <a:solidFill>
                          <a:schemeClr val="dk1"/>
                        </a:solidFill>
                        <a:latin typeface="+mn-lt"/>
                        <a:ea typeface="+mn-ea"/>
                        <a:cs typeface="+mn-cs"/>
                      </a:endParaRPr>
                    </a:p>
                  </a:txBody>
                  <a:tcPr/>
                </a:tc>
                <a:tc>
                  <a:txBody>
                    <a:bodyPr/>
                    <a:lstStyle/>
                    <a:p>
                      <a:pPr algn="ctr"/>
                      <a:r>
                        <a:rPr lang="en-IN" sz="2400" b="0" u="none" strike="noStrike" kern="1200" baseline="0" dirty="0">
                          <a:solidFill>
                            <a:schemeClr val="dk1"/>
                          </a:solidFill>
                        </a:rPr>
                        <a:t>202504104610086 .</a:t>
                      </a:r>
                      <a:endParaRPr lang="en-IN" sz="2400" b="0" i="0" u="none" strike="noStrike" kern="1200" baseline="0" dirty="0">
                        <a:solidFill>
                          <a:schemeClr val="dk1"/>
                        </a:solidFill>
                        <a:latin typeface="+mn-lt"/>
                        <a:ea typeface="+mn-ea"/>
                        <a:cs typeface="+mn-cs"/>
                      </a:endParaRPr>
                    </a:p>
                  </a:txBody>
                  <a:tcPr/>
                </a:tc>
                <a:extLst>
                  <a:ext uri="{0D108BD9-81ED-4DB2-BD59-A6C34878D82A}">
                    <a16:rowId xmlns:a16="http://schemas.microsoft.com/office/drawing/2014/main" val="3578520773"/>
                  </a:ext>
                </a:extLst>
              </a:tr>
            </a:tbl>
          </a:graphicData>
        </a:graphic>
      </p:graphicFrame>
      <p:sp>
        <p:nvSpPr>
          <p:cNvPr id="8" name="TextBox 7">
            <a:extLst>
              <a:ext uri="{FF2B5EF4-FFF2-40B4-BE49-F238E27FC236}">
                <a16:creationId xmlns:a16="http://schemas.microsoft.com/office/drawing/2014/main" id="{79FACA25-965A-72AD-8896-F49443F6C232}"/>
              </a:ext>
            </a:extLst>
          </p:cNvPr>
          <p:cNvSpPr txBox="1"/>
          <p:nvPr/>
        </p:nvSpPr>
        <p:spPr>
          <a:xfrm>
            <a:off x="5664432" y="4399649"/>
            <a:ext cx="3001586" cy="954107"/>
          </a:xfrm>
          <a:prstGeom prst="rect">
            <a:avLst/>
          </a:prstGeom>
          <a:noFill/>
        </p:spPr>
        <p:txBody>
          <a:bodyPr wrap="square">
            <a:spAutoFit/>
          </a:bodyPr>
          <a:lstStyle/>
          <a:p>
            <a:pPr algn="l"/>
            <a:endParaRPr lang="en-IN" sz="1200" b="0" i="0" u="none" strike="noStrike" baseline="0" dirty="0">
              <a:solidFill>
                <a:srgbClr val="000000"/>
              </a:solidFill>
              <a:latin typeface="Calibri" panose="020F0502020204030204" pitchFamily="34" charset="0"/>
            </a:endParaRPr>
          </a:p>
          <a:p>
            <a:r>
              <a:rPr lang="en-IN" sz="2000" b="0" i="0" u="none" strike="noStrike" baseline="0" dirty="0">
                <a:solidFill>
                  <a:srgbClr val="000000"/>
                </a:solidFill>
                <a:latin typeface="Calibri" panose="020F0502020204030204" pitchFamily="34" charset="0"/>
              </a:rPr>
              <a:t>           Guided By: </a:t>
            </a:r>
          </a:p>
          <a:p>
            <a:r>
              <a:rPr lang="en-IN" sz="2400" b="0" i="0" u="none" strike="noStrike" baseline="0" dirty="0">
                <a:solidFill>
                  <a:srgbClr val="000000"/>
                </a:solidFill>
                <a:latin typeface="Calibri" panose="020F0502020204030204" pitchFamily="34" charset="0"/>
              </a:rPr>
              <a:t>Ms. Shivani </a:t>
            </a:r>
            <a:r>
              <a:rPr lang="en-IN" sz="2400" b="0" i="0" u="none" strike="noStrike" baseline="0" dirty="0" err="1">
                <a:solidFill>
                  <a:srgbClr val="000000"/>
                </a:solidFill>
                <a:latin typeface="Calibri" panose="020F0502020204030204" pitchFamily="34" charset="0"/>
              </a:rPr>
              <a:t>Talaviya</a:t>
            </a:r>
            <a:r>
              <a:rPr lang="en-IN" sz="2400" b="0" i="0" u="none" strike="noStrike" baseline="0" dirty="0">
                <a:solidFill>
                  <a:srgbClr val="000000"/>
                </a:solidFill>
                <a:latin typeface="Calibri" panose="020F0502020204030204" pitchFamily="34" charset="0"/>
              </a:rPr>
              <a:t> </a:t>
            </a:r>
            <a:endParaRPr lang="en-IN" sz="2400" dirty="0"/>
          </a:p>
        </p:txBody>
      </p:sp>
      <p:sp>
        <p:nvSpPr>
          <p:cNvPr id="10" name="TextBox 9">
            <a:extLst>
              <a:ext uri="{FF2B5EF4-FFF2-40B4-BE49-F238E27FC236}">
                <a16:creationId xmlns:a16="http://schemas.microsoft.com/office/drawing/2014/main" id="{BAEEA486-1A0C-FCE0-1645-D513D7611B18}"/>
              </a:ext>
            </a:extLst>
          </p:cNvPr>
          <p:cNvSpPr txBox="1"/>
          <p:nvPr/>
        </p:nvSpPr>
        <p:spPr>
          <a:xfrm>
            <a:off x="3483033" y="5487554"/>
            <a:ext cx="7664334" cy="1877437"/>
          </a:xfrm>
          <a:prstGeom prst="rect">
            <a:avLst/>
          </a:prstGeom>
          <a:noFill/>
        </p:spPr>
        <p:txBody>
          <a:bodyPr wrap="square">
            <a:spAutoFit/>
          </a:bodyPr>
          <a:lstStyle/>
          <a:p>
            <a:pPr algn="ctr"/>
            <a:endParaRPr lang="en-IN" sz="1600" b="0" u="none" strike="noStrike" baseline="0" dirty="0">
              <a:solidFill>
                <a:srgbClr val="000000"/>
              </a:solidFill>
              <a:latin typeface="Calibri" panose="020F0502020204030204" pitchFamily="34" charset="0"/>
            </a:endParaRPr>
          </a:p>
          <a:p>
            <a:pPr algn="ctr"/>
            <a:r>
              <a:rPr lang="en-US" sz="1600" b="0" u="none" strike="noStrike" baseline="0" dirty="0">
                <a:solidFill>
                  <a:srgbClr val="000000"/>
                </a:solidFill>
                <a:latin typeface="Calibri" panose="020F0502020204030204" pitchFamily="34" charset="0"/>
              </a:rPr>
              <a:t> For partial fulfilment of the requirements </a:t>
            </a:r>
          </a:p>
          <a:p>
            <a:pPr algn="ctr"/>
            <a:r>
              <a:rPr lang="en-US" b="1" u="none" strike="noStrike" baseline="0" dirty="0">
                <a:solidFill>
                  <a:srgbClr val="000000"/>
                </a:solidFill>
                <a:latin typeface="Calibri" panose="020F0502020204030204" pitchFamily="34" charset="0"/>
              </a:rPr>
              <a:t>For the Degree of Master of Computer Application, </a:t>
            </a:r>
            <a:endParaRPr lang="en-US" b="0" u="none" strike="noStrike" baseline="0" dirty="0">
              <a:solidFill>
                <a:srgbClr val="000000"/>
              </a:solidFill>
              <a:latin typeface="Calibri" panose="020F0502020204030204" pitchFamily="34" charset="0"/>
            </a:endParaRPr>
          </a:p>
          <a:p>
            <a:pPr algn="ctr"/>
            <a:r>
              <a:rPr lang="en-US" b="1" u="none" strike="noStrike" baseline="0" dirty="0">
                <a:solidFill>
                  <a:srgbClr val="000000"/>
                </a:solidFill>
                <a:latin typeface="Calibri" panose="020F0502020204030204" pitchFamily="34" charset="0"/>
              </a:rPr>
              <a:t>Shrimad </a:t>
            </a:r>
            <a:r>
              <a:rPr lang="en-US" b="1" u="none" strike="noStrike" baseline="0" dirty="0" err="1">
                <a:solidFill>
                  <a:srgbClr val="000000"/>
                </a:solidFill>
                <a:latin typeface="Calibri" panose="020F0502020204030204" pitchFamily="34" charset="0"/>
              </a:rPr>
              <a:t>Rajchandra</a:t>
            </a:r>
            <a:r>
              <a:rPr lang="en-US" b="1" u="none" strike="noStrike" baseline="0" dirty="0">
                <a:solidFill>
                  <a:srgbClr val="000000"/>
                </a:solidFill>
                <a:latin typeface="Calibri" panose="020F0502020204030204" pitchFamily="34" charset="0"/>
              </a:rPr>
              <a:t> Institute of Management and Computer Application </a:t>
            </a:r>
            <a:endParaRPr lang="en-US" b="0" u="none" strike="noStrike" baseline="0" dirty="0">
              <a:solidFill>
                <a:srgbClr val="000000"/>
              </a:solidFill>
              <a:latin typeface="Calibri" panose="020F0502020204030204" pitchFamily="34" charset="0"/>
            </a:endParaRPr>
          </a:p>
          <a:p>
            <a:pPr algn="ctr"/>
            <a:r>
              <a:rPr lang="en-IN" sz="2400" b="1" u="none" strike="noStrike" baseline="0" dirty="0">
                <a:solidFill>
                  <a:srgbClr val="000000"/>
                </a:solidFill>
                <a:latin typeface="Calibri" panose="020F0502020204030204" pitchFamily="34" charset="0"/>
              </a:rPr>
              <a:t>Uka </a:t>
            </a:r>
            <a:r>
              <a:rPr lang="en-IN" sz="2400" b="1" u="none" strike="noStrike" baseline="0" dirty="0" err="1">
                <a:solidFill>
                  <a:srgbClr val="000000"/>
                </a:solidFill>
                <a:latin typeface="Calibri" panose="020F0502020204030204" pitchFamily="34" charset="0"/>
              </a:rPr>
              <a:t>Tarsadia</a:t>
            </a:r>
            <a:r>
              <a:rPr lang="en-IN" sz="2400" b="1" u="none" strike="noStrike" baseline="0" dirty="0">
                <a:solidFill>
                  <a:srgbClr val="000000"/>
                </a:solidFill>
                <a:latin typeface="Calibri" panose="020F0502020204030204" pitchFamily="34" charset="0"/>
              </a:rPr>
              <a:t> University </a:t>
            </a:r>
            <a:endParaRPr lang="en-IN" sz="2400" b="0" u="none" strike="noStrike" baseline="0" dirty="0">
              <a:solidFill>
                <a:srgbClr val="000000"/>
              </a:solidFill>
              <a:latin typeface="Calibri" panose="020F0502020204030204" pitchFamily="34" charset="0"/>
            </a:endParaRPr>
          </a:p>
          <a:p>
            <a:pPr algn="ctr"/>
            <a:r>
              <a:rPr lang="en-IN" sz="2400" b="1" u="none" strike="noStrike" baseline="0" dirty="0">
                <a:solidFill>
                  <a:srgbClr val="000000"/>
                </a:solidFill>
                <a:latin typeface="Calibri" panose="020F0502020204030204" pitchFamily="34" charset="0"/>
              </a:rPr>
              <a:t>Feb , 2026 </a:t>
            </a:r>
            <a:endParaRPr lang="en-IN" dirty="0"/>
          </a:p>
        </p:txBody>
      </p:sp>
      <p:pic>
        <p:nvPicPr>
          <p:cNvPr id="4" name="Picture 3">
            <a:extLst>
              <a:ext uri="{FF2B5EF4-FFF2-40B4-BE49-F238E27FC236}">
                <a16:creationId xmlns:a16="http://schemas.microsoft.com/office/drawing/2014/main" id="{6782D125-B06F-41C3-EAE9-13EFB7682A4C}"/>
              </a:ext>
            </a:extLst>
          </p:cNvPr>
          <p:cNvPicPr>
            <a:picLocks noChangeAspect="1"/>
          </p:cNvPicPr>
          <p:nvPr/>
        </p:nvPicPr>
        <p:blipFill>
          <a:blip r:embed="rId2"/>
          <a:stretch>
            <a:fillRect/>
          </a:stretch>
        </p:blipFill>
        <p:spPr>
          <a:xfrm>
            <a:off x="12587720" y="7696200"/>
            <a:ext cx="1990725" cy="533400"/>
          </a:xfrm>
          <a:prstGeom prst="rect">
            <a:avLst/>
          </a:prstGeom>
        </p:spPr>
      </p:pic>
    </p:spTree>
    <p:extLst>
      <p:ext uri="{BB962C8B-B14F-4D97-AF65-F5344CB8AC3E}">
        <p14:creationId xmlns:p14="http://schemas.microsoft.com/office/powerpoint/2010/main" val="31312487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50198" y="2488049"/>
            <a:ext cx="7416403" cy="1402556"/>
          </a:xfrm>
          <a:prstGeom prst="rect">
            <a:avLst/>
          </a:prstGeom>
          <a:noFill/>
          <a:ln/>
        </p:spPr>
        <p:txBody>
          <a:bodyPr wrap="square" lIns="0" tIns="0" rIns="0" bIns="0" rtlCol="0" anchor="t"/>
          <a:lstStyle/>
          <a:p>
            <a:pPr marL="0" indent="0" algn="l">
              <a:lnSpc>
                <a:spcPts val="5500"/>
              </a:lnSpc>
              <a:buNone/>
            </a:pPr>
            <a:r>
              <a:rPr lang="en-US" sz="4400" b="1" dirty="0">
                <a:solidFill>
                  <a:srgbClr val="000000"/>
                </a:solidFill>
                <a:latin typeface="Montserrat Bold" pitchFamily="34" charset="0"/>
                <a:ea typeface="Montserrat Bold" pitchFamily="34" charset="-122"/>
                <a:cs typeface="Montserrat Bold" pitchFamily="34" charset="-120"/>
              </a:rPr>
              <a:t>Event Management System — Momento</a:t>
            </a:r>
            <a:endParaRPr lang="en-US" sz="4400" dirty="0"/>
          </a:p>
        </p:txBody>
      </p:sp>
      <p:sp>
        <p:nvSpPr>
          <p:cNvPr id="4" name="Text 1"/>
          <p:cNvSpPr/>
          <p:nvPr/>
        </p:nvSpPr>
        <p:spPr>
          <a:xfrm>
            <a:off x="6350198" y="4260771"/>
            <a:ext cx="7416403" cy="1480661"/>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3" pitchFamily="34" charset="0"/>
                <a:ea typeface="Source Sans 3" pitchFamily="34" charset="-122"/>
                <a:cs typeface="Source Sans 3" pitchFamily="34" charset="-120"/>
              </a:rPr>
              <a:t>A web-based platform that centralises event discovery, package selection and bookings. Designed for event planners, operations teams and technical implementers who need a reliable, user-friendly system to digitise event workflows and reduce manual coordination.</a:t>
            </a:r>
            <a:endParaRPr lang="en-US" sz="1900" dirty="0"/>
          </a:p>
        </p:txBody>
      </p:sp>
      <p:pic>
        <p:nvPicPr>
          <p:cNvPr id="6" name="Picture 5">
            <a:extLst>
              <a:ext uri="{FF2B5EF4-FFF2-40B4-BE49-F238E27FC236}">
                <a16:creationId xmlns:a16="http://schemas.microsoft.com/office/drawing/2014/main" id="{566D01C0-E45D-2EE2-475E-2FF2F60BD40A}"/>
              </a:ext>
            </a:extLst>
          </p:cNvPr>
          <p:cNvPicPr>
            <a:picLocks noChangeAspect="1"/>
          </p:cNvPicPr>
          <p:nvPr/>
        </p:nvPicPr>
        <p:blipFill>
          <a:blip r:embed="rId4"/>
          <a:stretch>
            <a:fillRect/>
          </a:stretch>
        </p:blipFill>
        <p:spPr>
          <a:xfrm>
            <a:off x="12639675" y="7588828"/>
            <a:ext cx="1990725" cy="5334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63798" y="1718667"/>
            <a:ext cx="5961459" cy="560903"/>
          </a:xfrm>
          <a:prstGeom prst="rect">
            <a:avLst/>
          </a:prstGeom>
          <a:noFill/>
          <a:ln/>
        </p:spPr>
        <p:txBody>
          <a:bodyPr wrap="none" lIns="0" tIns="0" rIns="0" bIns="0" rtlCol="0" anchor="t"/>
          <a:lstStyle/>
          <a:p>
            <a:pPr marL="0" indent="0" algn="l">
              <a:lnSpc>
                <a:spcPts val="4400"/>
              </a:lnSpc>
              <a:buNone/>
            </a:pPr>
            <a:r>
              <a:rPr lang="en-US" sz="3500" b="1" dirty="0">
                <a:solidFill>
                  <a:srgbClr val="000000"/>
                </a:solidFill>
                <a:latin typeface="Montserrat Bold" pitchFamily="34" charset="0"/>
                <a:ea typeface="Montserrat Bold" pitchFamily="34" charset="-122"/>
                <a:cs typeface="Montserrat Bold" pitchFamily="34" charset="-120"/>
              </a:rPr>
              <a:t>Introduction to Momento</a:t>
            </a:r>
            <a:endParaRPr lang="en-US" sz="3500" dirty="0"/>
          </a:p>
        </p:txBody>
      </p:sp>
      <p:sp>
        <p:nvSpPr>
          <p:cNvPr id="3" name="Text 1"/>
          <p:cNvSpPr/>
          <p:nvPr/>
        </p:nvSpPr>
        <p:spPr>
          <a:xfrm>
            <a:off x="863798" y="2773204"/>
            <a:ext cx="12902803" cy="1110496"/>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3" pitchFamily="34" charset="0"/>
                <a:ea typeface="Source Sans 3" pitchFamily="34" charset="-122"/>
                <a:cs typeface="Source Sans 3" pitchFamily="34" charset="-120"/>
              </a:rPr>
              <a:t>Momento is a responsive web application that presents curated event packages, enables secure user registration, and streamlines bookings. It connects a simple frontend (React) with a robust backend (Node/Express) and MongoDB for centralised data management.</a:t>
            </a:r>
            <a:endParaRPr lang="en-US" sz="1900" dirty="0"/>
          </a:p>
        </p:txBody>
      </p:sp>
      <p:pic>
        <p:nvPicPr>
          <p:cNvPr id="4" name="Image 0" descr="preencoded.png"/>
          <p:cNvPicPr>
            <a:picLocks noChangeAspect="1"/>
          </p:cNvPicPr>
          <p:nvPr/>
        </p:nvPicPr>
        <p:blipFill>
          <a:blip r:embed="rId3"/>
          <a:stretch>
            <a:fillRect/>
          </a:stretch>
        </p:blipFill>
        <p:spPr>
          <a:xfrm>
            <a:off x="863798" y="4161353"/>
            <a:ext cx="1187529" cy="733901"/>
          </a:xfrm>
          <a:prstGeom prst="rect">
            <a:avLst/>
          </a:prstGeom>
        </p:spPr>
      </p:pic>
      <p:sp>
        <p:nvSpPr>
          <p:cNvPr id="5" name="Text 2"/>
          <p:cNvSpPr/>
          <p:nvPr/>
        </p:nvSpPr>
        <p:spPr>
          <a:xfrm>
            <a:off x="2359819" y="4161353"/>
            <a:ext cx="2599253" cy="350639"/>
          </a:xfrm>
          <a:prstGeom prst="rect">
            <a:avLst/>
          </a:prstGeom>
          <a:noFill/>
          <a:ln/>
        </p:spPr>
        <p:txBody>
          <a:bodyPr wrap="none" lIns="0" tIns="0" rIns="0" bIns="0" rtlCol="0" anchor="t"/>
          <a:lstStyle/>
          <a:p>
            <a:pPr marL="0" indent="0" algn="l">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User Accounts</a:t>
            </a:r>
            <a:endParaRPr lang="en-US" sz="2200" dirty="0"/>
          </a:p>
        </p:txBody>
      </p:sp>
      <p:sp>
        <p:nvSpPr>
          <p:cNvPr id="6" name="Text 3"/>
          <p:cNvSpPr/>
          <p:nvPr/>
        </p:nvSpPr>
        <p:spPr>
          <a:xfrm>
            <a:off x="2359819" y="4659987"/>
            <a:ext cx="2599253" cy="1480661"/>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3" pitchFamily="34" charset="0"/>
                <a:ea typeface="Source Sans 3" pitchFamily="34" charset="-122"/>
                <a:cs typeface="Source Sans 3" pitchFamily="34" charset="-120"/>
              </a:rPr>
              <a:t>Secure registration and login flows to personalise bookings and store preferences.</a:t>
            </a:r>
            <a:endParaRPr lang="en-US" sz="1900" dirty="0"/>
          </a:p>
        </p:txBody>
      </p:sp>
      <p:pic>
        <p:nvPicPr>
          <p:cNvPr id="7" name="Image 1" descr="preencoded.png"/>
          <p:cNvPicPr>
            <a:picLocks noChangeAspect="1"/>
          </p:cNvPicPr>
          <p:nvPr/>
        </p:nvPicPr>
        <p:blipFill>
          <a:blip r:embed="rId4"/>
          <a:stretch>
            <a:fillRect/>
          </a:stretch>
        </p:blipFill>
        <p:spPr>
          <a:xfrm>
            <a:off x="5267563" y="4161353"/>
            <a:ext cx="1187529" cy="733901"/>
          </a:xfrm>
          <a:prstGeom prst="rect">
            <a:avLst/>
          </a:prstGeom>
        </p:spPr>
      </p:pic>
      <p:sp>
        <p:nvSpPr>
          <p:cNvPr id="8" name="Text 4"/>
          <p:cNvSpPr/>
          <p:nvPr/>
        </p:nvSpPr>
        <p:spPr>
          <a:xfrm>
            <a:off x="6763583" y="4161353"/>
            <a:ext cx="2599253" cy="701278"/>
          </a:xfrm>
          <a:prstGeom prst="rect">
            <a:avLst/>
          </a:prstGeom>
          <a:noFill/>
          <a:ln/>
        </p:spPr>
        <p:txBody>
          <a:bodyPr wrap="square" lIns="0" tIns="0" rIns="0" bIns="0" rtlCol="0" anchor="t"/>
          <a:lstStyle/>
          <a:p>
            <a:pPr marL="0" indent="0" algn="l">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Package Browsing</a:t>
            </a:r>
            <a:endParaRPr lang="en-US" sz="2200" dirty="0"/>
          </a:p>
        </p:txBody>
      </p:sp>
      <p:sp>
        <p:nvSpPr>
          <p:cNvPr id="9" name="Text 5"/>
          <p:cNvSpPr/>
          <p:nvPr/>
        </p:nvSpPr>
        <p:spPr>
          <a:xfrm>
            <a:off x="6763583" y="5010626"/>
            <a:ext cx="2599253" cy="1110496"/>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3" pitchFamily="34" charset="0"/>
                <a:ea typeface="Source Sans 3" pitchFamily="34" charset="-122"/>
                <a:cs typeface="Source Sans 3" pitchFamily="34" charset="-120"/>
              </a:rPr>
              <a:t>Rich package pages with images, catering options and clear pricing.</a:t>
            </a:r>
            <a:endParaRPr lang="en-US" sz="1900" dirty="0"/>
          </a:p>
        </p:txBody>
      </p:sp>
      <p:pic>
        <p:nvPicPr>
          <p:cNvPr id="10" name="Image 2" descr="preencoded.png"/>
          <p:cNvPicPr>
            <a:picLocks noChangeAspect="1"/>
          </p:cNvPicPr>
          <p:nvPr/>
        </p:nvPicPr>
        <p:blipFill>
          <a:blip r:embed="rId5"/>
          <a:stretch>
            <a:fillRect/>
          </a:stretch>
        </p:blipFill>
        <p:spPr>
          <a:xfrm>
            <a:off x="9671328" y="4161353"/>
            <a:ext cx="1187529" cy="733901"/>
          </a:xfrm>
          <a:prstGeom prst="rect">
            <a:avLst/>
          </a:prstGeom>
        </p:spPr>
      </p:pic>
      <p:sp>
        <p:nvSpPr>
          <p:cNvPr id="11" name="Text 6"/>
          <p:cNvSpPr/>
          <p:nvPr/>
        </p:nvSpPr>
        <p:spPr>
          <a:xfrm>
            <a:off x="11167348" y="4161353"/>
            <a:ext cx="2599253" cy="350639"/>
          </a:xfrm>
          <a:prstGeom prst="rect">
            <a:avLst/>
          </a:prstGeom>
          <a:noFill/>
          <a:ln/>
        </p:spPr>
        <p:txBody>
          <a:bodyPr wrap="none" lIns="0" tIns="0" rIns="0" bIns="0" rtlCol="0" anchor="t"/>
          <a:lstStyle/>
          <a:p>
            <a:pPr marL="0" indent="0" algn="l">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Smooth Booking</a:t>
            </a:r>
            <a:endParaRPr lang="en-US" sz="2200" dirty="0"/>
          </a:p>
        </p:txBody>
      </p:sp>
      <p:sp>
        <p:nvSpPr>
          <p:cNvPr id="12" name="Text 7"/>
          <p:cNvSpPr/>
          <p:nvPr/>
        </p:nvSpPr>
        <p:spPr>
          <a:xfrm>
            <a:off x="11167348" y="4659987"/>
            <a:ext cx="2599253" cy="1850827"/>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3" pitchFamily="34" charset="0"/>
                <a:ea typeface="Source Sans 3" pitchFamily="34" charset="-122"/>
                <a:cs typeface="Source Sans 3" pitchFamily="34" charset="-120"/>
              </a:rPr>
              <a:t>Step-by-step booking process with confirmation and centralised record keeping.</a:t>
            </a:r>
            <a:endParaRPr lang="en-US" sz="1900" dirty="0"/>
          </a:p>
        </p:txBody>
      </p:sp>
      <p:pic>
        <p:nvPicPr>
          <p:cNvPr id="14" name="Picture 13">
            <a:extLst>
              <a:ext uri="{FF2B5EF4-FFF2-40B4-BE49-F238E27FC236}">
                <a16:creationId xmlns:a16="http://schemas.microsoft.com/office/drawing/2014/main" id="{F8D798C3-CCAD-4A1C-D00C-1CC329E9C84D}"/>
              </a:ext>
            </a:extLst>
          </p:cNvPr>
          <p:cNvPicPr>
            <a:picLocks noChangeAspect="1"/>
          </p:cNvPicPr>
          <p:nvPr/>
        </p:nvPicPr>
        <p:blipFill>
          <a:blip r:embed="rId6"/>
          <a:stretch>
            <a:fillRect/>
          </a:stretch>
        </p:blipFill>
        <p:spPr>
          <a:xfrm>
            <a:off x="12564773" y="7568045"/>
            <a:ext cx="1990725" cy="5334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50198" y="2072997"/>
            <a:ext cx="4613791" cy="560903"/>
          </a:xfrm>
          <a:prstGeom prst="rect">
            <a:avLst/>
          </a:prstGeom>
          <a:noFill/>
          <a:ln/>
        </p:spPr>
        <p:txBody>
          <a:bodyPr wrap="none" lIns="0" tIns="0" rIns="0" bIns="0" rtlCol="0" anchor="t"/>
          <a:lstStyle/>
          <a:p>
            <a:pPr marL="0" indent="0" algn="l">
              <a:lnSpc>
                <a:spcPts val="4400"/>
              </a:lnSpc>
              <a:buNone/>
            </a:pPr>
            <a:r>
              <a:rPr lang="en-US" sz="3500" b="1" dirty="0">
                <a:solidFill>
                  <a:srgbClr val="000000"/>
                </a:solidFill>
                <a:latin typeface="Montserrat Bold" pitchFamily="34" charset="0"/>
                <a:ea typeface="Montserrat Bold" pitchFamily="34" charset="-122"/>
                <a:cs typeface="Montserrat Bold" pitchFamily="34" charset="-120"/>
              </a:rPr>
              <a:t>Problem Statement</a:t>
            </a:r>
            <a:endParaRPr lang="en-US" sz="3500" dirty="0"/>
          </a:p>
        </p:txBody>
      </p:sp>
      <p:sp>
        <p:nvSpPr>
          <p:cNvPr id="4" name="Text 1"/>
          <p:cNvSpPr/>
          <p:nvPr/>
        </p:nvSpPr>
        <p:spPr>
          <a:xfrm>
            <a:off x="6350198" y="3004066"/>
            <a:ext cx="7416403" cy="1480661"/>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3" pitchFamily="34" charset="0"/>
                <a:ea typeface="Source Sans 3" pitchFamily="34" charset="-122"/>
                <a:cs typeface="Source Sans 3" pitchFamily="34" charset="-120"/>
              </a:rPr>
              <a:t>Traditional event management is fragmented: manual bookings, phone-based coordination and disconnected records lead to errors, inefficiency and poor user experience. Planners need a single platform to explore packages, view details, book events and maintain accurate records.</a:t>
            </a:r>
            <a:endParaRPr lang="en-US" sz="1900" dirty="0"/>
          </a:p>
        </p:txBody>
      </p:sp>
      <p:sp>
        <p:nvSpPr>
          <p:cNvPr id="5" name="Shape 2"/>
          <p:cNvSpPr/>
          <p:nvPr/>
        </p:nvSpPr>
        <p:spPr>
          <a:xfrm>
            <a:off x="6350198" y="4762381"/>
            <a:ext cx="7416403" cy="1394222"/>
          </a:xfrm>
          <a:prstGeom prst="roundRect">
            <a:avLst>
              <a:gd name="adj" fmla="val 2656"/>
            </a:avLst>
          </a:prstGeom>
          <a:solidFill>
            <a:srgbClr val="D6D7DC"/>
          </a:solidFill>
          <a:ln/>
        </p:spPr>
      </p:sp>
      <p:pic>
        <p:nvPicPr>
          <p:cNvPr id="6" name="Image 1" descr="preencoded.png"/>
          <p:cNvPicPr>
            <a:picLocks noChangeAspect="1"/>
          </p:cNvPicPr>
          <p:nvPr/>
        </p:nvPicPr>
        <p:blipFill>
          <a:blip r:embed="rId4"/>
          <a:stretch>
            <a:fillRect/>
          </a:stretch>
        </p:blipFill>
        <p:spPr>
          <a:xfrm>
            <a:off x="6597015" y="5113973"/>
            <a:ext cx="308491" cy="246817"/>
          </a:xfrm>
          <a:prstGeom prst="rect">
            <a:avLst/>
          </a:prstGeom>
        </p:spPr>
      </p:pic>
      <p:sp>
        <p:nvSpPr>
          <p:cNvPr id="7" name="Text 3"/>
          <p:cNvSpPr/>
          <p:nvPr/>
        </p:nvSpPr>
        <p:spPr>
          <a:xfrm>
            <a:off x="7152323" y="5070872"/>
            <a:ext cx="6367462" cy="740331"/>
          </a:xfrm>
          <a:prstGeom prst="rect">
            <a:avLst/>
          </a:prstGeom>
          <a:noFill/>
          <a:ln/>
        </p:spPr>
        <p:txBody>
          <a:bodyPr wrap="square" lIns="0" tIns="0" rIns="0" bIns="0" rtlCol="0" anchor="t"/>
          <a:lstStyle/>
          <a:p>
            <a:pPr marL="0" indent="0" algn="l">
              <a:lnSpc>
                <a:spcPts val="2900"/>
              </a:lnSpc>
              <a:buNone/>
            </a:pPr>
            <a:r>
              <a:rPr lang="en-US" sz="1900" dirty="0">
                <a:solidFill>
                  <a:srgbClr val="000000"/>
                </a:solidFill>
                <a:latin typeface="Source Sans 3" pitchFamily="34" charset="0"/>
                <a:ea typeface="Source Sans 3" pitchFamily="34" charset="-122"/>
                <a:cs typeface="Source Sans 3" pitchFamily="34" charset="-120"/>
              </a:rPr>
              <a:t>Current pain points: time-consuming processes, inconsistent data, limited visibility across vendors.</a:t>
            </a:r>
            <a:endParaRPr lang="en-US" sz="1900" dirty="0"/>
          </a:p>
        </p:txBody>
      </p:sp>
      <p:pic>
        <p:nvPicPr>
          <p:cNvPr id="9" name="Picture 8">
            <a:extLst>
              <a:ext uri="{FF2B5EF4-FFF2-40B4-BE49-F238E27FC236}">
                <a16:creationId xmlns:a16="http://schemas.microsoft.com/office/drawing/2014/main" id="{7E5EF5EF-FA8A-B013-9A07-6B576248B466}"/>
              </a:ext>
            </a:extLst>
          </p:cNvPr>
          <p:cNvPicPr>
            <a:picLocks noChangeAspect="1"/>
          </p:cNvPicPr>
          <p:nvPr/>
        </p:nvPicPr>
        <p:blipFill>
          <a:blip r:embed="rId5"/>
          <a:stretch>
            <a:fillRect/>
          </a:stretch>
        </p:blipFill>
        <p:spPr>
          <a:xfrm>
            <a:off x="12524422" y="7578436"/>
            <a:ext cx="1990725" cy="5334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17721" y="730210"/>
            <a:ext cx="4247912" cy="531019"/>
          </a:xfrm>
          <a:prstGeom prst="rect">
            <a:avLst/>
          </a:prstGeom>
          <a:noFill/>
          <a:ln/>
        </p:spPr>
        <p:txBody>
          <a:bodyPr wrap="none" lIns="0" tIns="0" rIns="0" bIns="0" rtlCol="0" anchor="t"/>
          <a:lstStyle/>
          <a:p>
            <a:pPr marL="0" indent="0" algn="l">
              <a:lnSpc>
                <a:spcPts val="4150"/>
              </a:lnSpc>
              <a:buNone/>
            </a:pPr>
            <a:r>
              <a:rPr lang="en-US" sz="3300" b="1" dirty="0">
                <a:solidFill>
                  <a:srgbClr val="000000"/>
                </a:solidFill>
                <a:latin typeface="Montserrat Bold" pitchFamily="34" charset="0"/>
                <a:ea typeface="Montserrat Bold" pitchFamily="34" charset="-122"/>
                <a:cs typeface="Montserrat Bold" pitchFamily="34" charset="-120"/>
              </a:rPr>
              <a:t>Solution Overview</a:t>
            </a:r>
            <a:endParaRPr lang="en-US" sz="3300" dirty="0"/>
          </a:p>
        </p:txBody>
      </p:sp>
      <p:sp>
        <p:nvSpPr>
          <p:cNvPr id="4" name="Text 1"/>
          <p:cNvSpPr/>
          <p:nvPr/>
        </p:nvSpPr>
        <p:spPr>
          <a:xfrm>
            <a:off x="817721" y="1592937"/>
            <a:ext cx="7508558" cy="1363980"/>
          </a:xfrm>
          <a:prstGeom prst="rect">
            <a:avLst/>
          </a:prstGeom>
          <a:noFill/>
          <a:ln/>
        </p:spPr>
        <p:txBody>
          <a:bodyPr wrap="square" lIns="0" tIns="0" rIns="0" bIns="0" rtlCol="0" anchor="t"/>
          <a:lstStyle/>
          <a:p>
            <a:pPr marL="0" indent="0" algn="l">
              <a:lnSpc>
                <a:spcPts val="2650"/>
              </a:lnSpc>
              <a:buNone/>
            </a:pPr>
            <a:r>
              <a:rPr lang="en-US" sz="1800" dirty="0">
                <a:solidFill>
                  <a:srgbClr val="3D3838"/>
                </a:solidFill>
                <a:latin typeface="Source Sans 3" pitchFamily="34" charset="0"/>
                <a:ea typeface="Source Sans 3" pitchFamily="34" charset="-122"/>
                <a:cs typeface="Source Sans 3" pitchFamily="34" charset="-120"/>
              </a:rPr>
              <a:t>Momento addresses these issues with a web-based system that centralises package browsing, booking workflows and data storage. It reduces manual steps and gives planners a single source of truth for events, customers and bookings.</a:t>
            </a:r>
            <a:endParaRPr lang="en-US" sz="1800" dirty="0"/>
          </a:p>
        </p:txBody>
      </p:sp>
      <p:sp>
        <p:nvSpPr>
          <p:cNvPr id="5" name="Shape 2"/>
          <p:cNvSpPr/>
          <p:nvPr/>
        </p:nvSpPr>
        <p:spPr>
          <a:xfrm>
            <a:off x="817721" y="3205639"/>
            <a:ext cx="3643670" cy="4293751"/>
          </a:xfrm>
          <a:prstGeom prst="roundRect">
            <a:avLst>
              <a:gd name="adj" fmla="val 4015"/>
            </a:avLst>
          </a:prstGeom>
          <a:solidFill>
            <a:srgbClr val="FFFFFF"/>
          </a:solidFill>
          <a:ln w="30480">
            <a:solidFill>
              <a:srgbClr val="D8D4D4"/>
            </a:solidFill>
            <a:prstDash val="solid"/>
          </a:ln>
        </p:spPr>
      </p:sp>
      <p:sp>
        <p:nvSpPr>
          <p:cNvPr id="6" name="Shape 3"/>
          <p:cNvSpPr/>
          <p:nvPr/>
        </p:nvSpPr>
        <p:spPr>
          <a:xfrm>
            <a:off x="787241" y="3205639"/>
            <a:ext cx="121920" cy="4293751"/>
          </a:xfrm>
          <a:prstGeom prst="roundRect">
            <a:avLst>
              <a:gd name="adj" fmla="val 28745"/>
            </a:avLst>
          </a:prstGeom>
          <a:solidFill>
            <a:srgbClr val="2D2E34"/>
          </a:solidFill>
          <a:ln/>
        </p:spPr>
      </p:sp>
      <p:sp>
        <p:nvSpPr>
          <p:cNvPr id="7" name="Text 4"/>
          <p:cNvSpPr/>
          <p:nvPr/>
        </p:nvSpPr>
        <p:spPr>
          <a:xfrm>
            <a:off x="1173242" y="3469719"/>
            <a:ext cx="2654856" cy="331827"/>
          </a:xfrm>
          <a:prstGeom prst="rect">
            <a:avLst/>
          </a:prstGeom>
          <a:noFill/>
          <a:ln/>
        </p:spPr>
        <p:txBody>
          <a:bodyPr wrap="none" lIns="0" tIns="0" rIns="0" bIns="0" rtlCol="0" anchor="t"/>
          <a:lstStyle/>
          <a:p>
            <a:pPr marL="0" indent="0" algn="l">
              <a:lnSpc>
                <a:spcPts val="2600"/>
              </a:lnSpc>
              <a:buNone/>
            </a:pPr>
            <a:r>
              <a:rPr lang="en-US" sz="2050" b="1" dirty="0">
                <a:solidFill>
                  <a:srgbClr val="3D3838"/>
                </a:solidFill>
                <a:latin typeface="Montserrat Bold" pitchFamily="34" charset="0"/>
                <a:ea typeface="Montserrat Bold" pitchFamily="34" charset="-122"/>
                <a:cs typeface="Montserrat Bold" pitchFamily="34" charset="-120"/>
              </a:rPr>
              <a:t>Key Features</a:t>
            </a:r>
            <a:endParaRPr lang="en-US" sz="2050" dirty="0"/>
          </a:p>
        </p:txBody>
      </p:sp>
      <p:sp>
        <p:nvSpPr>
          <p:cNvPr id="8" name="Text 5"/>
          <p:cNvSpPr/>
          <p:nvPr/>
        </p:nvSpPr>
        <p:spPr>
          <a:xfrm>
            <a:off x="1173242" y="3934182"/>
            <a:ext cx="3024068" cy="3301127"/>
          </a:xfrm>
          <a:prstGeom prst="rect">
            <a:avLst/>
          </a:prstGeom>
          <a:noFill/>
          <a:ln/>
        </p:spPr>
        <p:txBody>
          <a:bodyPr wrap="square" lIns="0" tIns="0" rIns="0" bIns="0" rtlCol="0" anchor="t"/>
          <a:lstStyle/>
          <a:p>
            <a:pPr marL="342900" indent="-342900" algn="l">
              <a:lnSpc>
                <a:spcPts val="2650"/>
              </a:lnSpc>
              <a:buSzPct val="100000"/>
              <a:buChar char="•"/>
            </a:pPr>
            <a:r>
              <a:rPr lang="en-US" sz="1800" dirty="0">
                <a:solidFill>
                  <a:srgbClr val="3D3838"/>
                </a:solidFill>
                <a:latin typeface="Source Sans 3" pitchFamily="34" charset="0"/>
                <a:ea typeface="Source Sans 3" pitchFamily="34" charset="-122"/>
                <a:cs typeface="Source Sans 3" pitchFamily="34" charset="-120"/>
              </a:rPr>
              <a:t>Online event browsing and package selection</a:t>
            </a:r>
            <a:endParaRPr lang="en-US" sz="1800" dirty="0"/>
          </a:p>
          <a:p>
            <a:pPr marL="342900" indent="-342900" algn="l">
              <a:lnSpc>
                <a:spcPts val="2650"/>
              </a:lnSpc>
              <a:buSzPct val="100000"/>
              <a:buChar char="•"/>
            </a:pPr>
            <a:r>
              <a:rPr lang="en-US" sz="1800" dirty="0">
                <a:solidFill>
                  <a:srgbClr val="3D3838"/>
                </a:solidFill>
                <a:latin typeface="Source Sans 3" pitchFamily="34" charset="0"/>
                <a:ea typeface="Source Sans 3" pitchFamily="34" charset="-122"/>
                <a:cs typeface="Source Sans 3" pitchFamily="34" charset="-120"/>
              </a:rPr>
              <a:t>User registration &amp; authentication</a:t>
            </a:r>
            <a:endParaRPr lang="en-US" sz="1800" dirty="0"/>
          </a:p>
          <a:p>
            <a:pPr marL="342900" indent="-342900" algn="l">
              <a:lnSpc>
                <a:spcPts val="2650"/>
              </a:lnSpc>
              <a:buSzPct val="100000"/>
              <a:buChar char="•"/>
            </a:pPr>
            <a:r>
              <a:rPr lang="en-US" sz="1800" dirty="0">
                <a:solidFill>
                  <a:srgbClr val="3D3838"/>
                </a:solidFill>
                <a:latin typeface="Source Sans 3" pitchFamily="34" charset="0"/>
                <a:ea typeface="Source Sans 3" pitchFamily="34" charset="-122"/>
                <a:cs typeface="Source Sans 3" pitchFamily="34" charset="-120"/>
              </a:rPr>
              <a:t>Detailed package pages with images and catering info</a:t>
            </a:r>
            <a:endParaRPr lang="en-US" sz="1800" dirty="0"/>
          </a:p>
          <a:p>
            <a:pPr marL="342900" indent="-342900" algn="l">
              <a:lnSpc>
                <a:spcPts val="2650"/>
              </a:lnSpc>
              <a:buSzPct val="100000"/>
              <a:buChar char="•"/>
            </a:pPr>
            <a:r>
              <a:rPr lang="en-US" sz="1800" dirty="0">
                <a:solidFill>
                  <a:srgbClr val="3D3838"/>
                </a:solidFill>
                <a:latin typeface="Source Sans 3" pitchFamily="34" charset="0"/>
                <a:ea typeface="Source Sans 3" pitchFamily="34" charset="-122"/>
                <a:cs typeface="Source Sans 3" pitchFamily="34" charset="-120"/>
              </a:rPr>
              <a:t>Event booking and centralised database</a:t>
            </a:r>
            <a:endParaRPr lang="en-US" sz="1800" dirty="0"/>
          </a:p>
        </p:txBody>
      </p:sp>
      <p:sp>
        <p:nvSpPr>
          <p:cNvPr id="9" name="Shape 6"/>
          <p:cNvSpPr/>
          <p:nvPr/>
        </p:nvSpPr>
        <p:spPr>
          <a:xfrm>
            <a:off x="4682490" y="3205639"/>
            <a:ext cx="3643789" cy="4293751"/>
          </a:xfrm>
          <a:prstGeom prst="roundRect">
            <a:avLst>
              <a:gd name="adj" fmla="val 4015"/>
            </a:avLst>
          </a:prstGeom>
          <a:solidFill>
            <a:srgbClr val="FFFFFF"/>
          </a:solidFill>
          <a:ln w="30480">
            <a:solidFill>
              <a:srgbClr val="D8D4D4"/>
            </a:solidFill>
            <a:prstDash val="solid"/>
          </a:ln>
        </p:spPr>
      </p:sp>
      <p:sp>
        <p:nvSpPr>
          <p:cNvPr id="10" name="Shape 7"/>
          <p:cNvSpPr/>
          <p:nvPr/>
        </p:nvSpPr>
        <p:spPr>
          <a:xfrm>
            <a:off x="4652010" y="3205639"/>
            <a:ext cx="121920" cy="4293751"/>
          </a:xfrm>
          <a:prstGeom prst="roundRect">
            <a:avLst>
              <a:gd name="adj" fmla="val 28745"/>
            </a:avLst>
          </a:prstGeom>
          <a:solidFill>
            <a:srgbClr val="2D2E34"/>
          </a:solidFill>
          <a:ln/>
        </p:spPr>
      </p:sp>
      <p:sp>
        <p:nvSpPr>
          <p:cNvPr id="11" name="Text 8"/>
          <p:cNvSpPr/>
          <p:nvPr/>
        </p:nvSpPr>
        <p:spPr>
          <a:xfrm>
            <a:off x="5038011" y="3469719"/>
            <a:ext cx="2876074" cy="331827"/>
          </a:xfrm>
          <a:prstGeom prst="rect">
            <a:avLst/>
          </a:prstGeom>
          <a:noFill/>
          <a:ln/>
        </p:spPr>
        <p:txBody>
          <a:bodyPr wrap="none" lIns="0" tIns="0" rIns="0" bIns="0" rtlCol="0" anchor="t"/>
          <a:lstStyle/>
          <a:p>
            <a:pPr marL="0" indent="0" algn="l">
              <a:lnSpc>
                <a:spcPts val="2600"/>
              </a:lnSpc>
              <a:buNone/>
            </a:pPr>
            <a:r>
              <a:rPr lang="en-US" sz="2050" b="1" dirty="0">
                <a:solidFill>
                  <a:srgbClr val="3D3838"/>
                </a:solidFill>
                <a:latin typeface="Montserrat Bold" pitchFamily="34" charset="0"/>
                <a:ea typeface="Montserrat Bold" pitchFamily="34" charset="-122"/>
                <a:cs typeface="Montserrat Bold" pitchFamily="34" charset="-120"/>
              </a:rPr>
              <a:t>Operational Benefits</a:t>
            </a:r>
            <a:endParaRPr lang="en-US" sz="2050" dirty="0"/>
          </a:p>
        </p:txBody>
      </p:sp>
      <p:sp>
        <p:nvSpPr>
          <p:cNvPr id="12" name="Text 9"/>
          <p:cNvSpPr/>
          <p:nvPr/>
        </p:nvSpPr>
        <p:spPr>
          <a:xfrm>
            <a:off x="5038011" y="3934182"/>
            <a:ext cx="3024188" cy="1859756"/>
          </a:xfrm>
          <a:prstGeom prst="rect">
            <a:avLst/>
          </a:prstGeom>
          <a:noFill/>
          <a:ln/>
        </p:spPr>
        <p:txBody>
          <a:bodyPr wrap="square" lIns="0" tIns="0" rIns="0" bIns="0" rtlCol="0" anchor="t"/>
          <a:lstStyle/>
          <a:p>
            <a:pPr marL="342900" indent="-342900" algn="l">
              <a:lnSpc>
                <a:spcPts val="2650"/>
              </a:lnSpc>
              <a:buSzPct val="100000"/>
              <a:buChar char="•"/>
            </a:pPr>
            <a:r>
              <a:rPr lang="en-US" sz="1800" dirty="0">
                <a:solidFill>
                  <a:srgbClr val="3D3838"/>
                </a:solidFill>
                <a:latin typeface="Source Sans 3" pitchFamily="34" charset="0"/>
                <a:ea typeface="Source Sans 3" pitchFamily="34" charset="-122"/>
                <a:cs typeface="Source Sans 3" pitchFamily="34" charset="-120"/>
              </a:rPr>
              <a:t>Reduced manual coordination</a:t>
            </a:r>
            <a:endParaRPr lang="en-US" sz="1800" dirty="0"/>
          </a:p>
          <a:p>
            <a:pPr marL="342900" indent="-342900" algn="l">
              <a:lnSpc>
                <a:spcPts val="2650"/>
              </a:lnSpc>
              <a:buSzPct val="100000"/>
              <a:buChar char="•"/>
            </a:pPr>
            <a:r>
              <a:rPr lang="en-US" sz="1800" dirty="0">
                <a:solidFill>
                  <a:srgbClr val="3D3838"/>
                </a:solidFill>
                <a:latin typeface="Source Sans 3" pitchFamily="34" charset="0"/>
                <a:ea typeface="Source Sans 3" pitchFamily="34" charset="-122"/>
                <a:cs typeface="Source Sans 3" pitchFamily="34" charset="-120"/>
              </a:rPr>
              <a:t>Faster booking turnaround</a:t>
            </a:r>
            <a:endParaRPr lang="en-US" sz="1800" dirty="0"/>
          </a:p>
          <a:p>
            <a:pPr marL="342900" indent="-342900" algn="l">
              <a:lnSpc>
                <a:spcPts val="2650"/>
              </a:lnSpc>
              <a:buSzPct val="100000"/>
              <a:buChar char="•"/>
            </a:pPr>
            <a:r>
              <a:rPr lang="en-US" sz="1800" dirty="0">
                <a:solidFill>
                  <a:srgbClr val="3D3838"/>
                </a:solidFill>
                <a:latin typeface="Source Sans 3" pitchFamily="34" charset="0"/>
                <a:ea typeface="Source Sans 3" pitchFamily="34" charset="-122"/>
                <a:cs typeface="Source Sans 3" pitchFamily="34" charset="-120"/>
              </a:rPr>
              <a:t>Improved data accuracy for reporting</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2833" y="825698"/>
            <a:ext cx="8339614" cy="4654629"/>
          </a:xfrm>
          <a:prstGeom prst="rect">
            <a:avLst/>
          </a:prstGeom>
        </p:spPr>
      </p:pic>
      <p:sp>
        <p:nvSpPr>
          <p:cNvPr id="3" name="Text 0"/>
          <p:cNvSpPr/>
          <p:nvPr/>
        </p:nvSpPr>
        <p:spPr>
          <a:xfrm>
            <a:off x="9619655" y="1730812"/>
            <a:ext cx="4255413" cy="949404"/>
          </a:xfrm>
          <a:prstGeom prst="rect">
            <a:avLst/>
          </a:prstGeom>
          <a:noFill/>
          <a:ln/>
        </p:spPr>
        <p:txBody>
          <a:bodyPr wrap="square" lIns="0" tIns="0" rIns="0" bIns="0" rtlCol="0" anchor="t"/>
          <a:lstStyle/>
          <a:p>
            <a:pPr marL="0" indent="0" algn="l">
              <a:lnSpc>
                <a:spcPts val="3700"/>
              </a:lnSpc>
              <a:buNone/>
            </a:pPr>
            <a:r>
              <a:rPr lang="en-US" sz="2950" b="1" dirty="0">
                <a:solidFill>
                  <a:srgbClr val="000000"/>
                </a:solidFill>
                <a:latin typeface="Montserrat Bold" pitchFamily="34" charset="0"/>
                <a:ea typeface="Montserrat Bold" pitchFamily="34" charset="-122"/>
                <a:cs typeface="Montserrat Bold" pitchFamily="34" charset="-120"/>
              </a:rPr>
              <a:t>Proposed Solution — Technical Snapshot</a:t>
            </a:r>
            <a:endParaRPr lang="en-US" sz="2950" dirty="0"/>
          </a:p>
        </p:txBody>
      </p:sp>
      <p:sp>
        <p:nvSpPr>
          <p:cNvPr id="4" name="Text 1"/>
          <p:cNvSpPr/>
          <p:nvPr/>
        </p:nvSpPr>
        <p:spPr>
          <a:xfrm>
            <a:off x="9619655" y="2857024"/>
            <a:ext cx="4255413" cy="1735931"/>
          </a:xfrm>
          <a:prstGeom prst="rect">
            <a:avLst/>
          </a:prstGeom>
          <a:noFill/>
          <a:ln/>
        </p:spPr>
        <p:txBody>
          <a:bodyPr wrap="square" lIns="0" tIns="0" rIns="0" bIns="0" rtlCol="0" anchor="t"/>
          <a:lstStyle/>
          <a:p>
            <a:pPr marL="0" indent="0" algn="l">
              <a:lnSpc>
                <a:spcPts val="2250"/>
              </a:lnSpc>
              <a:buNone/>
            </a:pPr>
            <a:r>
              <a:rPr lang="en-US" sz="1600" dirty="0">
                <a:solidFill>
                  <a:srgbClr val="3D3838"/>
                </a:solidFill>
                <a:latin typeface="Source Sans 3" pitchFamily="34" charset="0"/>
                <a:ea typeface="Source Sans 3" pitchFamily="34" charset="-122"/>
                <a:cs typeface="Source Sans 3" pitchFamily="34" charset="-120"/>
              </a:rPr>
              <a:t>A React frontend communicates with a Node.js + Express REST API. Data persistence is handled by MongoDB (via Mongoose). The architecture supports modular services for authentication, package management and bookings — enabling future integrations (payments, notifications).</a:t>
            </a:r>
            <a:endParaRPr lang="en-US" sz="1600" dirty="0"/>
          </a:p>
        </p:txBody>
      </p:sp>
      <p:pic>
        <p:nvPicPr>
          <p:cNvPr id="5"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62833" y="5877997"/>
            <a:ext cx="522208" cy="522208"/>
          </a:xfrm>
          <a:prstGeom prst="rect">
            <a:avLst/>
          </a:prstGeom>
        </p:spPr>
      </p:pic>
      <p:sp>
        <p:nvSpPr>
          <p:cNvPr id="6" name="Text 2"/>
          <p:cNvSpPr/>
          <p:nvPr/>
        </p:nvSpPr>
        <p:spPr>
          <a:xfrm>
            <a:off x="762833" y="6621185"/>
            <a:ext cx="2373987" cy="296704"/>
          </a:xfrm>
          <a:prstGeom prst="rect">
            <a:avLst/>
          </a:prstGeom>
          <a:noFill/>
          <a:ln/>
        </p:spPr>
        <p:txBody>
          <a:bodyPr wrap="none" lIns="0" tIns="0" rIns="0" bIns="0" rtlCol="0" anchor="t"/>
          <a:lstStyle/>
          <a:p>
            <a:pPr marL="0" indent="0" algn="l">
              <a:lnSpc>
                <a:spcPts val="2300"/>
              </a:lnSpc>
              <a:buNone/>
            </a:pPr>
            <a:r>
              <a:rPr lang="en-US" sz="1850" b="1" dirty="0">
                <a:solidFill>
                  <a:srgbClr val="3D3838"/>
                </a:solidFill>
                <a:latin typeface="Montserrat Bold" pitchFamily="34" charset="0"/>
                <a:ea typeface="Montserrat Bold" pitchFamily="34" charset="-122"/>
                <a:cs typeface="Montserrat Bold" pitchFamily="34" charset="-120"/>
              </a:rPr>
              <a:t>Secure Auth</a:t>
            </a:r>
            <a:endParaRPr lang="en-US" sz="1850" dirty="0"/>
          </a:p>
        </p:txBody>
      </p:sp>
      <p:sp>
        <p:nvSpPr>
          <p:cNvPr id="7" name="Text 3"/>
          <p:cNvSpPr/>
          <p:nvPr/>
        </p:nvSpPr>
        <p:spPr>
          <a:xfrm>
            <a:off x="762833" y="7023973"/>
            <a:ext cx="6441877" cy="289322"/>
          </a:xfrm>
          <a:prstGeom prst="rect">
            <a:avLst/>
          </a:prstGeom>
          <a:noFill/>
          <a:ln/>
        </p:spPr>
        <p:txBody>
          <a:bodyPr wrap="none" lIns="0" tIns="0" rIns="0" bIns="0" rtlCol="0" anchor="t"/>
          <a:lstStyle/>
          <a:p>
            <a:pPr marL="0" indent="0" algn="l">
              <a:lnSpc>
                <a:spcPts val="2250"/>
              </a:lnSpc>
              <a:buNone/>
            </a:pPr>
            <a:r>
              <a:rPr lang="en-US" sz="1600" dirty="0">
                <a:solidFill>
                  <a:srgbClr val="3D3838"/>
                </a:solidFill>
                <a:latin typeface="Source Sans 3" pitchFamily="34" charset="0"/>
                <a:ea typeface="Source Sans 3" pitchFamily="34" charset="-122"/>
                <a:cs typeface="Source Sans 3" pitchFamily="34" charset="-120"/>
              </a:rPr>
              <a:t>JWT-based authentication and role checks for protected routes.</a:t>
            </a:r>
            <a:endParaRPr lang="en-US" sz="1600" dirty="0"/>
          </a:p>
        </p:txBody>
      </p:sp>
      <p:pic>
        <p:nvPicPr>
          <p:cNvPr id="8"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425690" y="5877997"/>
            <a:ext cx="522208" cy="522208"/>
          </a:xfrm>
          <a:prstGeom prst="rect">
            <a:avLst/>
          </a:prstGeom>
        </p:spPr>
      </p:pic>
      <p:sp>
        <p:nvSpPr>
          <p:cNvPr id="9" name="Text 4"/>
          <p:cNvSpPr/>
          <p:nvPr/>
        </p:nvSpPr>
        <p:spPr>
          <a:xfrm>
            <a:off x="7425690" y="6621185"/>
            <a:ext cx="2373987" cy="296704"/>
          </a:xfrm>
          <a:prstGeom prst="rect">
            <a:avLst/>
          </a:prstGeom>
          <a:noFill/>
          <a:ln/>
        </p:spPr>
        <p:txBody>
          <a:bodyPr wrap="none" lIns="0" tIns="0" rIns="0" bIns="0" rtlCol="0" anchor="t"/>
          <a:lstStyle/>
          <a:p>
            <a:pPr marL="0" indent="0" algn="l">
              <a:lnSpc>
                <a:spcPts val="2300"/>
              </a:lnSpc>
              <a:buNone/>
            </a:pPr>
            <a:r>
              <a:rPr lang="en-US" sz="1850" b="1" dirty="0">
                <a:solidFill>
                  <a:srgbClr val="3D3838"/>
                </a:solidFill>
                <a:latin typeface="Montserrat Bold" pitchFamily="34" charset="0"/>
                <a:ea typeface="Montserrat Bold" pitchFamily="34" charset="-122"/>
                <a:cs typeface="Montserrat Bold" pitchFamily="34" charset="-120"/>
              </a:rPr>
              <a:t>Central Data</a:t>
            </a:r>
            <a:endParaRPr lang="en-US" sz="1850" dirty="0"/>
          </a:p>
        </p:txBody>
      </p:sp>
      <p:sp>
        <p:nvSpPr>
          <p:cNvPr id="10" name="Text 5"/>
          <p:cNvSpPr/>
          <p:nvPr/>
        </p:nvSpPr>
        <p:spPr>
          <a:xfrm>
            <a:off x="7425690" y="7023973"/>
            <a:ext cx="6441877" cy="578644"/>
          </a:xfrm>
          <a:prstGeom prst="rect">
            <a:avLst/>
          </a:prstGeom>
          <a:noFill/>
          <a:ln/>
        </p:spPr>
        <p:txBody>
          <a:bodyPr wrap="square" lIns="0" tIns="0" rIns="0" bIns="0" rtlCol="0" anchor="t"/>
          <a:lstStyle/>
          <a:p>
            <a:pPr marL="0" indent="0" algn="l">
              <a:lnSpc>
                <a:spcPts val="2250"/>
              </a:lnSpc>
              <a:buNone/>
            </a:pPr>
            <a:r>
              <a:rPr lang="en-US" sz="1600" dirty="0">
                <a:solidFill>
                  <a:srgbClr val="3D3838"/>
                </a:solidFill>
                <a:latin typeface="Source Sans 3" pitchFamily="34" charset="0"/>
                <a:ea typeface="Source Sans 3" pitchFamily="34" charset="-122"/>
                <a:cs typeface="Source Sans 3" pitchFamily="34" charset="-120"/>
              </a:rPr>
              <a:t>MongoDB stores users, packages and bookings for reliable queries and backups.</a:t>
            </a:r>
            <a:endParaRPr lang="en-US" sz="1600" dirty="0"/>
          </a:p>
        </p:txBody>
      </p:sp>
      <p:pic>
        <p:nvPicPr>
          <p:cNvPr id="12" name="Picture 11">
            <a:extLst>
              <a:ext uri="{FF2B5EF4-FFF2-40B4-BE49-F238E27FC236}">
                <a16:creationId xmlns:a16="http://schemas.microsoft.com/office/drawing/2014/main" id="{FF25D3E5-CD05-E33F-D774-1B4234216438}"/>
              </a:ext>
            </a:extLst>
          </p:cNvPr>
          <p:cNvPicPr>
            <a:picLocks noChangeAspect="1"/>
          </p:cNvPicPr>
          <p:nvPr/>
        </p:nvPicPr>
        <p:blipFill>
          <a:blip r:embed="rId8"/>
          <a:stretch>
            <a:fillRect/>
          </a:stretch>
        </p:blipFill>
        <p:spPr>
          <a:xfrm>
            <a:off x="12492037" y="7602617"/>
            <a:ext cx="1990725" cy="5334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54393" y="689253"/>
            <a:ext cx="5792748" cy="554831"/>
          </a:xfrm>
          <a:prstGeom prst="rect">
            <a:avLst/>
          </a:prstGeom>
          <a:noFill/>
          <a:ln/>
        </p:spPr>
        <p:txBody>
          <a:bodyPr wrap="none" lIns="0" tIns="0" rIns="0" bIns="0" rtlCol="0" anchor="t"/>
          <a:lstStyle/>
          <a:p>
            <a:pPr marL="0" indent="0" algn="l">
              <a:lnSpc>
                <a:spcPts val="4350"/>
              </a:lnSpc>
              <a:buNone/>
            </a:pPr>
            <a:r>
              <a:rPr lang="en-US" sz="3450" b="1" dirty="0">
                <a:solidFill>
                  <a:srgbClr val="000000"/>
                </a:solidFill>
                <a:latin typeface="Montserrat Bold" pitchFamily="34" charset="0"/>
                <a:ea typeface="Montserrat Bold" pitchFamily="34" charset="-122"/>
                <a:cs typeface="Montserrat Bold" pitchFamily="34" charset="-120"/>
              </a:rPr>
              <a:t>Objectives of the System</a:t>
            </a:r>
            <a:endParaRPr lang="en-US" sz="3450" dirty="0"/>
          </a:p>
        </p:txBody>
      </p:sp>
      <p:sp>
        <p:nvSpPr>
          <p:cNvPr id="4" name="Shape 1"/>
          <p:cNvSpPr/>
          <p:nvPr/>
        </p:nvSpPr>
        <p:spPr>
          <a:xfrm>
            <a:off x="854393" y="1606153"/>
            <a:ext cx="549235" cy="549235"/>
          </a:xfrm>
          <a:prstGeom prst="roundRect">
            <a:avLst>
              <a:gd name="adj" fmla="val 6667"/>
            </a:avLst>
          </a:prstGeom>
          <a:solidFill>
            <a:srgbClr val="F2EEEE"/>
          </a:solidFill>
          <a:ln/>
        </p:spPr>
      </p:sp>
      <p:sp>
        <p:nvSpPr>
          <p:cNvPr id="5" name="Text 2"/>
          <p:cNvSpPr/>
          <p:nvPr/>
        </p:nvSpPr>
        <p:spPr>
          <a:xfrm>
            <a:off x="1644968" y="1689973"/>
            <a:ext cx="2774037" cy="346710"/>
          </a:xfrm>
          <a:prstGeom prst="rect">
            <a:avLst/>
          </a:prstGeom>
          <a:noFill/>
          <a:ln/>
        </p:spPr>
        <p:txBody>
          <a:bodyPr wrap="none" lIns="0" tIns="0" rIns="0" bIns="0" rtlCol="0" anchor="t"/>
          <a:lstStyle/>
          <a:p>
            <a:pPr marL="0" indent="0" algn="l">
              <a:lnSpc>
                <a:spcPts val="2700"/>
              </a:lnSpc>
              <a:buNone/>
            </a:pPr>
            <a:r>
              <a:rPr lang="en-US" sz="2150" b="1" dirty="0">
                <a:solidFill>
                  <a:srgbClr val="3D3838"/>
                </a:solidFill>
                <a:latin typeface="Montserrat Bold" pitchFamily="34" charset="0"/>
                <a:ea typeface="Montserrat Bold" pitchFamily="34" charset="-122"/>
                <a:cs typeface="Montserrat Bold" pitchFamily="34" charset="-120"/>
              </a:rPr>
              <a:t>Online Bookings</a:t>
            </a:r>
            <a:endParaRPr lang="en-US" sz="2150" dirty="0"/>
          </a:p>
        </p:txBody>
      </p:sp>
      <p:sp>
        <p:nvSpPr>
          <p:cNvPr id="6" name="Text 3"/>
          <p:cNvSpPr/>
          <p:nvPr/>
        </p:nvSpPr>
        <p:spPr>
          <a:xfrm>
            <a:off x="1644968" y="2181463"/>
            <a:ext cx="6644640" cy="728186"/>
          </a:xfrm>
          <a:prstGeom prst="rect">
            <a:avLst/>
          </a:prstGeom>
          <a:noFill/>
          <a:ln/>
        </p:spPr>
        <p:txBody>
          <a:bodyPr wrap="square" lIns="0" tIns="0" rIns="0" bIns="0" rtlCol="0" anchor="t"/>
          <a:lstStyle/>
          <a:p>
            <a:pPr marL="0" indent="0" algn="l">
              <a:lnSpc>
                <a:spcPts val="2850"/>
              </a:lnSpc>
              <a:buNone/>
            </a:pPr>
            <a:r>
              <a:rPr lang="en-US" sz="1900" dirty="0">
                <a:solidFill>
                  <a:srgbClr val="3D3838"/>
                </a:solidFill>
                <a:latin typeface="Source Sans 3" pitchFamily="34" charset="0"/>
                <a:ea typeface="Source Sans 3" pitchFamily="34" charset="-122"/>
                <a:cs typeface="Source Sans 3" pitchFamily="34" charset="-120"/>
              </a:rPr>
              <a:t>Provide a fast, mobile-friendly booking flow for users and planners.</a:t>
            </a:r>
            <a:endParaRPr lang="en-US" sz="1900" dirty="0"/>
          </a:p>
        </p:txBody>
      </p:sp>
      <p:sp>
        <p:nvSpPr>
          <p:cNvPr id="7" name="Shape 4"/>
          <p:cNvSpPr/>
          <p:nvPr/>
        </p:nvSpPr>
        <p:spPr>
          <a:xfrm>
            <a:off x="854393" y="3392448"/>
            <a:ext cx="549235" cy="549235"/>
          </a:xfrm>
          <a:prstGeom prst="roundRect">
            <a:avLst>
              <a:gd name="adj" fmla="val 6667"/>
            </a:avLst>
          </a:prstGeom>
          <a:solidFill>
            <a:srgbClr val="F2EEEE"/>
          </a:solidFill>
          <a:ln/>
        </p:spPr>
      </p:sp>
      <p:sp>
        <p:nvSpPr>
          <p:cNvPr id="8" name="Text 5"/>
          <p:cNvSpPr/>
          <p:nvPr/>
        </p:nvSpPr>
        <p:spPr>
          <a:xfrm>
            <a:off x="1644968" y="3476268"/>
            <a:ext cx="3206115" cy="346710"/>
          </a:xfrm>
          <a:prstGeom prst="rect">
            <a:avLst/>
          </a:prstGeom>
          <a:noFill/>
          <a:ln/>
        </p:spPr>
        <p:txBody>
          <a:bodyPr wrap="none" lIns="0" tIns="0" rIns="0" bIns="0" rtlCol="0" anchor="t"/>
          <a:lstStyle/>
          <a:p>
            <a:pPr marL="0" indent="0" algn="l">
              <a:lnSpc>
                <a:spcPts val="2700"/>
              </a:lnSpc>
              <a:buNone/>
            </a:pPr>
            <a:r>
              <a:rPr lang="en-US" sz="2150" b="1" dirty="0">
                <a:solidFill>
                  <a:srgbClr val="3D3838"/>
                </a:solidFill>
                <a:latin typeface="Montserrat Bold" pitchFamily="34" charset="0"/>
                <a:ea typeface="Montserrat Bold" pitchFamily="34" charset="-122"/>
                <a:cs typeface="Montserrat Bold" pitchFamily="34" charset="-120"/>
              </a:rPr>
              <a:t>Streamlined Selection</a:t>
            </a:r>
            <a:endParaRPr lang="en-US" sz="2150" dirty="0"/>
          </a:p>
        </p:txBody>
      </p:sp>
      <p:sp>
        <p:nvSpPr>
          <p:cNvPr id="9" name="Text 6"/>
          <p:cNvSpPr/>
          <p:nvPr/>
        </p:nvSpPr>
        <p:spPr>
          <a:xfrm>
            <a:off x="1644968" y="3967758"/>
            <a:ext cx="6644640" cy="728186"/>
          </a:xfrm>
          <a:prstGeom prst="rect">
            <a:avLst/>
          </a:prstGeom>
          <a:noFill/>
          <a:ln/>
        </p:spPr>
        <p:txBody>
          <a:bodyPr wrap="square" lIns="0" tIns="0" rIns="0" bIns="0" rtlCol="0" anchor="t"/>
          <a:lstStyle/>
          <a:p>
            <a:pPr marL="0" indent="0" algn="l">
              <a:lnSpc>
                <a:spcPts val="2850"/>
              </a:lnSpc>
              <a:buNone/>
            </a:pPr>
            <a:r>
              <a:rPr lang="en-US" sz="1900" dirty="0">
                <a:solidFill>
                  <a:srgbClr val="3D3838"/>
                </a:solidFill>
                <a:latin typeface="Source Sans 3" pitchFamily="34" charset="0"/>
                <a:ea typeface="Source Sans 3" pitchFamily="34" charset="-122"/>
                <a:cs typeface="Source Sans 3" pitchFamily="34" charset="-120"/>
              </a:rPr>
              <a:t>Simplify choosing packages with photos, menus and clear options.</a:t>
            </a:r>
            <a:endParaRPr lang="en-US" sz="1900" dirty="0"/>
          </a:p>
        </p:txBody>
      </p:sp>
      <p:sp>
        <p:nvSpPr>
          <p:cNvPr id="10" name="Shape 7"/>
          <p:cNvSpPr/>
          <p:nvPr/>
        </p:nvSpPr>
        <p:spPr>
          <a:xfrm>
            <a:off x="854393" y="5178743"/>
            <a:ext cx="549235" cy="549235"/>
          </a:xfrm>
          <a:prstGeom prst="roundRect">
            <a:avLst>
              <a:gd name="adj" fmla="val 6667"/>
            </a:avLst>
          </a:prstGeom>
          <a:solidFill>
            <a:srgbClr val="F2EEEE"/>
          </a:solidFill>
          <a:ln/>
        </p:spPr>
      </p:sp>
      <p:sp>
        <p:nvSpPr>
          <p:cNvPr id="11" name="Text 8"/>
          <p:cNvSpPr/>
          <p:nvPr/>
        </p:nvSpPr>
        <p:spPr>
          <a:xfrm>
            <a:off x="1644968" y="5262563"/>
            <a:ext cx="2774037" cy="346710"/>
          </a:xfrm>
          <a:prstGeom prst="rect">
            <a:avLst/>
          </a:prstGeom>
          <a:noFill/>
          <a:ln/>
        </p:spPr>
        <p:txBody>
          <a:bodyPr wrap="none" lIns="0" tIns="0" rIns="0" bIns="0" rtlCol="0" anchor="t"/>
          <a:lstStyle/>
          <a:p>
            <a:pPr marL="0" indent="0" algn="l">
              <a:lnSpc>
                <a:spcPts val="2700"/>
              </a:lnSpc>
              <a:buNone/>
            </a:pPr>
            <a:r>
              <a:rPr lang="en-US" sz="2150" b="1" dirty="0">
                <a:solidFill>
                  <a:srgbClr val="3D3838"/>
                </a:solidFill>
                <a:latin typeface="Montserrat Bold" pitchFamily="34" charset="0"/>
                <a:ea typeface="Montserrat Bold" pitchFamily="34" charset="-122"/>
                <a:cs typeface="Montserrat Bold" pitchFamily="34" charset="-120"/>
              </a:rPr>
              <a:t>Secure Accounts</a:t>
            </a:r>
            <a:endParaRPr lang="en-US" sz="2150" dirty="0"/>
          </a:p>
        </p:txBody>
      </p:sp>
      <p:sp>
        <p:nvSpPr>
          <p:cNvPr id="12" name="Text 9"/>
          <p:cNvSpPr/>
          <p:nvPr/>
        </p:nvSpPr>
        <p:spPr>
          <a:xfrm>
            <a:off x="1644968" y="5754053"/>
            <a:ext cx="6644640" cy="364093"/>
          </a:xfrm>
          <a:prstGeom prst="rect">
            <a:avLst/>
          </a:prstGeom>
          <a:noFill/>
          <a:ln/>
        </p:spPr>
        <p:txBody>
          <a:bodyPr wrap="none" lIns="0" tIns="0" rIns="0" bIns="0" rtlCol="0" anchor="t"/>
          <a:lstStyle/>
          <a:p>
            <a:pPr marL="0" indent="0" algn="l">
              <a:lnSpc>
                <a:spcPts val="2850"/>
              </a:lnSpc>
              <a:buNone/>
            </a:pPr>
            <a:r>
              <a:rPr lang="en-US" sz="1900" dirty="0">
                <a:solidFill>
                  <a:srgbClr val="3D3838"/>
                </a:solidFill>
                <a:latin typeface="Source Sans 3" pitchFamily="34" charset="0"/>
                <a:ea typeface="Source Sans 3" pitchFamily="34" charset="-122"/>
                <a:cs typeface="Source Sans 3" pitchFamily="34" charset="-120"/>
              </a:rPr>
              <a:t>Manage users and authentication with audit-ready records.</a:t>
            </a:r>
            <a:endParaRPr lang="en-US" sz="1900" dirty="0"/>
          </a:p>
        </p:txBody>
      </p:sp>
      <p:sp>
        <p:nvSpPr>
          <p:cNvPr id="13" name="Shape 10"/>
          <p:cNvSpPr/>
          <p:nvPr/>
        </p:nvSpPr>
        <p:spPr>
          <a:xfrm>
            <a:off x="854393" y="6600944"/>
            <a:ext cx="549235" cy="549235"/>
          </a:xfrm>
          <a:prstGeom prst="roundRect">
            <a:avLst>
              <a:gd name="adj" fmla="val 6667"/>
            </a:avLst>
          </a:prstGeom>
          <a:solidFill>
            <a:srgbClr val="F2EEEE"/>
          </a:solidFill>
          <a:ln/>
        </p:spPr>
      </p:sp>
      <p:sp>
        <p:nvSpPr>
          <p:cNvPr id="14" name="Text 11"/>
          <p:cNvSpPr/>
          <p:nvPr/>
        </p:nvSpPr>
        <p:spPr>
          <a:xfrm>
            <a:off x="1644968" y="6684764"/>
            <a:ext cx="2774037" cy="346710"/>
          </a:xfrm>
          <a:prstGeom prst="rect">
            <a:avLst/>
          </a:prstGeom>
          <a:noFill/>
          <a:ln/>
        </p:spPr>
        <p:txBody>
          <a:bodyPr wrap="none" lIns="0" tIns="0" rIns="0" bIns="0" rtlCol="0" anchor="t"/>
          <a:lstStyle/>
          <a:p>
            <a:pPr marL="0" indent="0" algn="l">
              <a:lnSpc>
                <a:spcPts val="2700"/>
              </a:lnSpc>
              <a:buNone/>
            </a:pPr>
            <a:r>
              <a:rPr lang="en-US" sz="2150" b="1" dirty="0">
                <a:solidFill>
                  <a:srgbClr val="3D3838"/>
                </a:solidFill>
                <a:latin typeface="Montserrat Bold" pitchFamily="34" charset="0"/>
                <a:ea typeface="Montserrat Bold" pitchFamily="34" charset="-122"/>
                <a:cs typeface="Montserrat Bold" pitchFamily="34" charset="-120"/>
              </a:rPr>
              <a:t>Centralised Data</a:t>
            </a:r>
            <a:endParaRPr lang="en-US" sz="2150" dirty="0"/>
          </a:p>
        </p:txBody>
      </p:sp>
      <p:sp>
        <p:nvSpPr>
          <p:cNvPr id="15" name="Text 12"/>
          <p:cNvSpPr/>
          <p:nvPr/>
        </p:nvSpPr>
        <p:spPr>
          <a:xfrm>
            <a:off x="1644968" y="7176254"/>
            <a:ext cx="6644640" cy="364093"/>
          </a:xfrm>
          <a:prstGeom prst="rect">
            <a:avLst/>
          </a:prstGeom>
          <a:noFill/>
          <a:ln/>
        </p:spPr>
        <p:txBody>
          <a:bodyPr wrap="none" lIns="0" tIns="0" rIns="0" bIns="0" rtlCol="0" anchor="t"/>
          <a:lstStyle/>
          <a:p>
            <a:pPr marL="0" indent="0" algn="l">
              <a:lnSpc>
                <a:spcPts val="2850"/>
              </a:lnSpc>
              <a:buNone/>
            </a:pPr>
            <a:r>
              <a:rPr lang="en-US" sz="1900" dirty="0">
                <a:solidFill>
                  <a:srgbClr val="3D3838"/>
                </a:solidFill>
                <a:latin typeface="Source Sans 3" pitchFamily="34" charset="0"/>
                <a:ea typeface="Source Sans 3" pitchFamily="34" charset="-122"/>
                <a:cs typeface="Source Sans 3" pitchFamily="34" charset="-120"/>
              </a:rPr>
              <a:t>Store bookings and package data in one searchable database.</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63798" y="1018699"/>
            <a:ext cx="7829550" cy="560903"/>
          </a:xfrm>
          <a:prstGeom prst="rect">
            <a:avLst/>
          </a:prstGeom>
          <a:noFill/>
          <a:ln/>
        </p:spPr>
        <p:txBody>
          <a:bodyPr wrap="none" lIns="0" tIns="0" rIns="0" bIns="0" rtlCol="0" anchor="t"/>
          <a:lstStyle/>
          <a:p>
            <a:pPr marL="0" indent="0" algn="l">
              <a:lnSpc>
                <a:spcPts val="4400"/>
              </a:lnSpc>
              <a:buNone/>
            </a:pPr>
            <a:r>
              <a:rPr lang="en-US" sz="3500" b="1" dirty="0">
                <a:solidFill>
                  <a:srgbClr val="000000"/>
                </a:solidFill>
                <a:latin typeface="Montserrat Bold" pitchFamily="34" charset="0"/>
                <a:ea typeface="Montserrat Bold" pitchFamily="34" charset="-122"/>
                <a:cs typeface="Montserrat Bold" pitchFamily="34" charset="-120"/>
              </a:rPr>
              <a:t>System Scope &amp; Future Roadmap</a:t>
            </a:r>
            <a:endParaRPr lang="en-US" sz="3500" dirty="0"/>
          </a:p>
        </p:txBody>
      </p:sp>
      <p:sp>
        <p:nvSpPr>
          <p:cNvPr id="3" name="Shape 1"/>
          <p:cNvSpPr/>
          <p:nvPr/>
        </p:nvSpPr>
        <p:spPr>
          <a:xfrm>
            <a:off x="863798" y="2597587"/>
            <a:ext cx="6150293" cy="3687842"/>
          </a:xfrm>
          <a:prstGeom prst="roundRect">
            <a:avLst>
              <a:gd name="adj" fmla="val 3967"/>
            </a:avLst>
          </a:prstGeom>
          <a:solidFill>
            <a:srgbClr val="FFFFFF"/>
          </a:solidFill>
          <a:ln/>
        </p:spPr>
      </p:sp>
      <p:sp>
        <p:nvSpPr>
          <p:cNvPr id="4" name="Shape 2"/>
          <p:cNvSpPr/>
          <p:nvPr/>
        </p:nvSpPr>
        <p:spPr>
          <a:xfrm>
            <a:off x="863798" y="2567107"/>
            <a:ext cx="6150293" cy="121920"/>
          </a:xfrm>
          <a:prstGeom prst="roundRect">
            <a:avLst>
              <a:gd name="adj" fmla="val 30368"/>
            </a:avLst>
          </a:prstGeom>
          <a:solidFill>
            <a:srgbClr val="2D2E34"/>
          </a:solidFill>
          <a:ln/>
        </p:spPr>
      </p:sp>
      <p:sp>
        <p:nvSpPr>
          <p:cNvPr id="5" name="Shape 3"/>
          <p:cNvSpPr/>
          <p:nvPr/>
        </p:nvSpPr>
        <p:spPr>
          <a:xfrm>
            <a:off x="3568720" y="2227421"/>
            <a:ext cx="740450" cy="740450"/>
          </a:xfrm>
          <a:prstGeom prst="roundRect">
            <a:avLst>
              <a:gd name="adj" fmla="val 123492"/>
            </a:avLst>
          </a:prstGeom>
          <a:solidFill>
            <a:srgbClr val="2D2E34"/>
          </a:solidFill>
          <a:ln/>
        </p:spPr>
      </p:sp>
      <p:sp>
        <p:nvSpPr>
          <p:cNvPr id="6" name="Text 4"/>
          <p:cNvSpPr/>
          <p:nvPr/>
        </p:nvSpPr>
        <p:spPr>
          <a:xfrm>
            <a:off x="1141095" y="3214568"/>
            <a:ext cx="2804874" cy="350639"/>
          </a:xfrm>
          <a:prstGeom prst="rect">
            <a:avLst/>
          </a:prstGeom>
          <a:noFill/>
          <a:ln/>
        </p:spPr>
        <p:txBody>
          <a:bodyPr wrap="none" lIns="0" tIns="0" rIns="0" bIns="0" rtlCol="0" anchor="t"/>
          <a:lstStyle/>
          <a:p>
            <a:pPr marL="0" indent="0" algn="l">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In Scope</a:t>
            </a:r>
            <a:endParaRPr lang="en-US" sz="2200" dirty="0"/>
          </a:p>
        </p:txBody>
      </p:sp>
      <p:sp>
        <p:nvSpPr>
          <p:cNvPr id="7" name="Text 5"/>
          <p:cNvSpPr/>
          <p:nvPr/>
        </p:nvSpPr>
        <p:spPr>
          <a:xfrm>
            <a:off x="1141095" y="3812024"/>
            <a:ext cx="5595699" cy="2196108"/>
          </a:xfrm>
          <a:prstGeom prst="rect">
            <a:avLst/>
          </a:prstGeom>
          <a:noFill/>
          <a:ln/>
        </p:spPr>
        <p:txBody>
          <a:bodyPr wrap="square" lIns="0" tIns="0" rIns="0" bIns="0" rtlCol="0" anchor="t"/>
          <a:lstStyle/>
          <a:p>
            <a:pPr marL="342900" indent="-342900" algn="l">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User registration &amp; login</a:t>
            </a:r>
            <a:endParaRPr lang="en-US" sz="1900" dirty="0"/>
          </a:p>
          <a:p>
            <a:pPr marL="342900" indent="-342900" algn="l">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View and filter event packages</a:t>
            </a:r>
            <a:endParaRPr lang="en-US" sz="1900" dirty="0"/>
          </a:p>
          <a:p>
            <a:pPr marL="342900" indent="-342900" algn="l">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Package detail pages with images</a:t>
            </a:r>
            <a:endParaRPr lang="en-US" sz="1900" dirty="0"/>
          </a:p>
          <a:p>
            <a:pPr marL="342900" indent="-342900" algn="l">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Booking creation and storage in MongoDB</a:t>
            </a:r>
            <a:endParaRPr lang="en-US" sz="1900" dirty="0"/>
          </a:p>
          <a:p>
            <a:pPr marL="342900" indent="-342900" algn="l">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Backend APIs &amp; authentication</a:t>
            </a:r>
            <a:endParaRPr lang="en-US" sz="1900" dirty="0"/>
          </a:p>
        </p:txBody>
      </p:sp>
      <p:sp>
        <p:nvSpPr>
          <p:cNvPr id="8" name="Shape 6"/>
          <p:cNvSpPr/>
          <p:nvPr/>
        </p:nvSpPr>
        <p:spPr>
          <a:xfrm>
            <a:off x="7623929" y="2597587"/>
            <a:ext cx="6150293" cy="3687842"/>
          </a:xfrm>
          <a:prstGeom prst="roundRect">
            <a:avLst>
              <a:gd name="adj" fmla="val 3967"/>
            </a:avLst>
          </a:prstGeom>
          <a:solidFill>
            <a:srgbClr val="FFFFFF"/>
          </a:solidFill>
          <a:ln/>
        </p:spPr>
      </p:sp>
      <p:sp>
        <p:nvSpPr>
          <p:cNvPr id="9" name="Shape 7"/>
          <p:cNvSpPr/>
          <p:nvPr/>
        </p:nvSpPr>
        <p:spPr>
          <a:xfrm>
            <a:off x="7623929" y="2567107"/>
            <a:ext cx="6150293" cy="121920"/>
          </a:xfrm>
          <a:prstGeom prst="roundRect">
            <a:avLst>
              <a:gd name="adj" fmla="val 30368"/>
            </a:avLst>
          </a:prstGeom>
          <a:solidFill>
            <a:srgbClr val="2D2E34"/>
          </a:solidFill>
          <a:ln/>
        </p:spPr>
      </p:sp>
      <p:sp>
        <p:nvSpPr>
          <p:cNvPr id="10" name="Shape 8"/>
          <p:cNvSpPr/>
          <p:nvPr/>
        </p:nvSpPr>
        <p:spPr>
          <a:xfrm>
            <a:off x="10328850" y="2227421"/>
            <a:ext cx="740450" cy="740450"/>
          </a:xfrm>
          <a:prstGeom prst="roundRect">
            <a:avLst>
              <a:gd name="adj" fmla="val 123492"/>
            </a:avLst>
          </a:prstGeom>
          <a:solidFill>
            <a:srgbClr val="2D2E34"/>
          </a:solidFill>
          <a:ln/>
        </p:spPr>
      </p:sp>
      <p:sp>
        <p:nvSpPr>
          <p:cNvPr id="11" name="Text 9"/>
          <p:cNvSpPr/>
          <p:nvPr/>
        </p:nvSpPr>
        <p:spPr>
          <a:xfrm>
            <a:off x="7901226" y="3214568"/>
            <a:ext cx="2804874" cy="350639"/>
          </a:xfrm>
          <a:prstGeom prst="rect">
            <a:avLst/>
          </a:prstGeom>
          <a:noFill/>
          <a:ln/>
        </p:spPr>
        <p:txBody>
          <a:bodyPr wrap="none" lIns="0" tIns="0" rIns="0" bIns="0" rtlCol="0" anchor="t"/>
          <a:lstStyle/>
          <a:p>
            <a:pPr marL="0" indent="0" algn="l">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Future Scope</a:t>
            </a:r>
            <a:endParaRPr lang="en-US" sz="2200" dirty="0"/>
          </a:p>
        </p:txBody>
      </p:sp>
      <p:sp>
        <p:nvSpPr>
          <p:cNvPr id="12" name="Text 10"/>
          <p:cNvSpPr/>
          <p:nvPr/>
        </p:nvSpPr>
        <p:spPr>
          <a:xfrm>
            <a:off x="7901226" y="3812024"/>
            <a:ext cx="5595699" cy="2196108"/>
          </a:xfrm>
          <a:prstGeom prst="rect">
            <a:avLst/>
          </a:prstGeom>
          <a:noFill/>
          <a:ln/>
        </p:spPr>
        <p:txBody>
          <a:bodyPr wrap="square" lIns="0" tIns="0" rIns="0" bIns="0" rtlCol="0" anchor="t"/>
          <a:lstStyle/>
          <a:p>
            <a:pPr marL="342900" indent="-342900" algn="l">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Online payments and invoicing</a:t>
            </a:r>
            <a:endParaRPr lang="en-US" sz="1900" dirty="0"/>
          </a:p>
          <a:p>
            <a:pPr marL="342900" indent="-342900" algn="l">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Admin dashboard for bookings &amp; inventory</a:t>
            </a:r>
            <a:endParaRPr lang="en-US" sz="1900" dirty="0"/>
          </a:p>
          <a:p>
            <a:pPr marL="342900" indent="-342900" algn="l">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Email / SMS notifications and reminders</a:t>
            </a:r>
            <a:endParaRPr lang="en-US" sz="1900" dirty="0"/>
          </a:p>
          <a:p>
            <a:pPr marL="342900" indent="-342900" algn="l">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Event scheduling and calendar sync</a:t>
            </a:r>
            <a:endParaRPr lang="en-US" sz="1900" dirty="0"/>
          </a:p>
          <a:p>
            <a:pPr marL="342900" indent="-342900" algn="l">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Role-based multi-user management</a:t>
            </a:r>
            <a:endParaRPr lang="en-US" sz="1900" dirty="0"/>
          </a:p>
        </p:txBody>
      </p:sp>
      <p:sp>
        <p:nvSpPr>
          <p:cNvPr id="13" name="Text 11"/>
          <p:cNvSpPr/>
          <p:nvPr/>
        </p:nvSpPr>
        <p:spPr>
          <a:xfrm>
            <a:off x="863798" y="6840736"/>
            <a:ext cx="12902803" cy="370165"/>
          </a:xfrm>
          <a:prstGeom prst="rect">
            <a:avLst/>
          </a:prstGeom>
          <a:noFill/>
          <a:ln/>
        </p:spPr>
        <p:txBody>
          <a:bodyPr wrap="none" lIns="0" tIns="0" rIns="0" bIns="0" rtlCol="0" anchor="t"/>
          <a:lstStyle/>
          <a:p>
            <a:pPr marL="0" indent="0" algn="l">
              <a:lnSpc>
                <a:spcPts val="2900"/>
              </a:lnSpc>
              <a:buNone/>
            </a:pPr>
            <a:r>
              <a:rPr lang="en-US" sz="1900" dirty="0">
                <a:solidFill>
                  <a:srgbClr val="3D3838"/>
                </a:solidFill>
                <a:latin typeface="Source Sans 3" pitchFamily="34" charset="0"/>
                <a:ea typeface="Source Sans 3" pitchFamily="34" charset="-122"/>
                <a:cs typeface="Source Sans 3" pitchFamily="34" charset="-120"/>
              </a:rPr>
              <a:t>These phases prioritise core booking functionality first, then add commerce, admin tools and automation.</a:t>
            </a:r>
            <a:endParaRPr lang="en-US" sz="1900" dirty="0"/>
          </a:p>
        </p:txBody>
      </p:sp>
      <p:pic>
        <p:nvPicPr>
          <p:cNvPr id="15" name="Picture 14">
            <a:extLst>
              <a:ext uri="{FF2B5EF4-FFF2-40B4-BE49-F238E27FC236}">
                <a16:creationId xmlns:a16="http://schemas.microsoft.com/office/drawing/2014/main" id="{8AA99517-0E21-6D55-70BB-F831E4079058}"/>
              </a:ext>
            </a:extLst>
          </p:cNvPr>
          <p:cNvPicPr>
            <a:picLocks noChangeAspect="1"/>
          </p:cNvPicPr>
          <p:nvPr/>
        </p:nvPicPr>
        <p:blipFill>
          <a:blip r:embed="rId3"/>
          <a:stretch>
            <a:fillRect/>
          </a:stretch>
        </p:blipFill>
        <p:spPr>
          <a:xfrm>
            <a:off x="12501562" y="7599218"/>
            <a:ext cx="1990725" cy="5334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63798" y="1691997"/>
            <a:ext cx="6748820" cy="560903"/>
          </a:xfrm>
          <a:prstGeom prst="rect">
            <a:avLst/>
          </a:prstGeom>
          <a:noFill/>
          <a:ln/>
        </p:spPr>
        <p:txBody>
          <a:bodyPr wrap="none" lIns="0" tIns="0" rIns="0" bIns="0" rtlCol="0" anchor="t"/>
          <a:lstStyle/>
          <a:p>
            <a:pPr marL="0" indent="0" algn="l">
              <a:lnSpc>
                <a:spcPts val="4400"/>
              </a:lnSpc>
              <a:buNone/>
            </a:pPr>
            <a:r>
              <a:rPr lang="en-US" sz="3500" b="1" dirty="0">
                <a:solidFill>
                  <a:srgbClr val="000000"/>
                </a:solidFill>
                <a:latin typeface="Montserrat Bold" pitchFamily="34" charset="0"/>
                <a:ea typeface="Montserrat Bold" pitchFamily="34" charset="-122"/>
                <a:cs typeface="Montserrat Bold" pitchFamily="34" charset="-120"/>
              </a:rPr>
              <a:t>System Limitations (Current)</a:t>
            </a:r>
            <a:endParaRPr lang="en-US" sz="3500" dirty="0"/>
          </a:p>
        </p:txBody>
      </p:sp>
      <p:sp>
        <p:nvSpPr>
          <p:cNvPr id="4" name="Shape 1"/>
          <p:cNvSpPr/>
          <p:nvPr/>
        </p:nvSpPr>
        <p:spPr>
          <a:xfrm>
            <a:off x="863798" y="2623066"/>
            <a:ext cx="2307550" cy="3914537"/>
          </a:xfrm>
          <a:prstGeom prst="roundRect">
            <a:avLst>
              <a:gd name="adj" fmla="val 25672"/>
            </a:avLst>
          </a:prstGeom>
          <a:solidFill>
            <a:srgbClr val="F2EEEE"/>
          </a:solidFill>
          <a:ln/>
        </p:spPr>
      </p:sp>
      <p:sp>
        <p:nvSpPr>
          <p:cNvPr id="5" name="Text 2"/>
          <p:cNvSpPr/>
          <p:nvPr/>
        </p:nvSpPr>
        <p:spPr>
          <a:xfrm>
            <a:off x="1110615" y="2869882"/>
            <a:ext cx="1813917" cy="1051917"/>
          </a:xfrm>
          <a:prstGeom prst="rect">
            <a:avLst/>
          </a:prstGeom>
          <a:noFill/>
          <a:ln/>
        </p:spPr>
        <p:txBody>
          <a:bodyPr wrap="square" lIns="0" tIns="0" rIns="0" bIns="0" rtlCol="0" anchor="t"/>
          <a:lstStyle/>
          <a:p>
            <a:pPr marL="0" indent="0" algn="l">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No Payment Gateway</a:t>
            </a:r>
            <a:endParaRPr lang="en-US" sz="2200" dirty="0"/>
          </a:p>
        </p:txBody>
      </p:sp>
      <p:sp>
        <p:nvSpPr>
          <p:cNvPr id="6" name="Text 3"/>
          <p:cNvSpPr/>
          <p:nvPr/>
        </p:nvSpPr>
        <p:spPr>
          <a:xfrm>
            <a:off x="1110615" y="4069794"/>
            <a:ext cx="1813917" cy="2220992"/>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3" pitchFamily="34" charset="0"/>
                <a:ea typeface="Source Sans 3" pitchFamily="34" charset="-122"/>
                <a:cs typeface="Source Sans 3" pitchFamily="34" charset="-120"/>
              </a:rPr>
              <a:t>Payments are out of scope for the initial release; bookings are recorded without online checkout.</a:t>
            </a:r>
            <a:endParaRPr lang="en-US" sz="1900" dirty="0"/>
          </a:p>
        </p:txBody>
      </p:sp>
      <p:sp>
        <p:nvSpPr>
          <p:cNvPr id="7" name="Shape 4"/>
          <p:cNvSpPr/>
          <p:nvPr/>
        </p:nvSpPr>
        <p:spPr>
          <a:xfrm>
            <a:off x="3418165" y="2623066"/>
            <a:ext cx="2307550" cy="3914537"/>
          </a:xfrm>
          <a:prstGeom prst="roundRect">
            <a:avLst>
              <a:gd name="adj" fmla="val 25672"/>
            </a:avLst>
          </a:prstGeom>
          <a:solidFill>
            <a:srgbClr val="F2EEEE"/>
          </a:solidFill>
          <a:ln/>
        </p:spPr>
      </p:sp>
      <p:sp>
        <p:nvSpPr>
          <p:cNvPr id="8" name="Text 5"/>
          <p:cNvSpPr/>
          <p:nvPr/>
        </p:nvSpPr>
        <p:spPr>
          <a:xfrm>
            <a:off x="3664982" y="2869882"/>
            <a:ext cx="1813917" cy="1051917"/>
          </a:xfrm>
          <a:prstGeom prst="rect">
            <a:avLst/>
          </a:prstGeom>
          <a:noFill/>
          <a:ln/>
        </p:spPr>
        <p:txBody>
          <a:bodyPr wrap="square" lIns="0" tIns="0" rIns="0" bIns="0" rtlCol="0" anchor="t"/>
          <a:lstStyle/>
          <a:p>
            <a:pPr marL="0" indent="0" algn="l">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Limited Admin Tools</a:t>
            </a:r>
            <a:endParaRPr lang="en-US" sz="2200" dirty="0"/>
          </a:p>
        </p:txBody>
      </p:sp>
      <p:sp>
        <p:nvSpPr>
          <p:cNvPr id="9" name="Text 6"/>
          <p:cNvSpPr/>
          <p:nvPr/>
        </p:nvSpPr>
        <p:spPr>
          <a:xfrm>
            <a:off x="3664982" y="4069794"/>
            <a:ext cx="1813917" cy="2220992"/>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3" pitchFamily="34" charset="0"/>
                <a:ea typeface="Source Sans 3" pitchFamily="34" charset="-122"/>
                <a:cs typeface="Source Sans 3" pitchFamily="34" charset="-120"/>
              </a:rPr>
              <a:t>Advanced admin panels and detailed booking management are not implemented yet.</a:t>
            </a:r>
            <a:endParaRPr lang="en-US" sz="1900" dirty="0"/>
          </a:p>
        </p:txBody>
      </p:sp>
      <p:sp>
        <p:nvSpPr>
          <p:cNvPr id="10" name="Shape 7"/>
          <p:cNvSpPr/>
          <p:nvPr/>
        </p:nvSpPr>
        <p:spPr>
          <a:xfrm>
            <a:off x="5972532" y="2623066"/>
            <a:ext cx="2307550" cy="3914537"/>
          </a:xfrm>
          <a:prstGeom prst="roundRect">
            <a:avLst>
              <a:gd name="adj" fmla="val 25672"/>
            </a:avLst>
          </a:prstGeom>
          <a:solidFill>
            <a:srgbClr val="F2EEEE"/>
          </a:solidFill>
          <a:ln/>
        </p:spPr>
      </p:sp>
      <p:sp>
        <p:nvSpPr>
          <p:cNvPr id="11" name="Text 8"/>
          <p:cNvSpPr/>
          <p:nvPr/>
        </p:nvSpPr>
        <p:spPr>
          <a:xfrm>
            <a:off x="6219349" y="2869882"/>
            <a:ext cx="1813917" cy="1051917"/>
          </a:xfrm>
          <a:prstGeom prst="rect">
            <a:avLst/>
          </a:prstGeom>
          <a:noFill/>
          <a:ln/>
        </p:spPr>
        <p:txBody>
          <a:bodyPr wrap="square" lIns="0" tIns="0" rIns="0" bIns="0" rtlCol="0" anchor="t"/>
          <a:lstStyle/>
          <a:p>
            <a:pPr marL="0" indent="0" algn="l">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No Notifications</a:t>
            </a:r>
            <a:endParaRPr lang="en-US" sz="2200" dirty="0"/>
          </a:p>
        </p:txBody>
      </p:sp>
      <p:sp>
        <p:nvSpPr>
          <p:cNvPr id="12" name="Text 9"/>
          <p:cNvSpPr/>
          <p:nvPr/>
        </p:nvSpPr>
        <p:spPr>
          <a:xfrm>
            <a:off x="6219349" y="4069794"/>
            <a:ext cx="1813917" cy="1850827"/>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3" pitchFamily="34" charset="0"/>
                <a:ea typeface="Source Sans 3" pitchFamily="34" charset="-122"/>
                <a:cs typeface="Source Sans 3" pitchFamily="34" charset="-120"/>
              </a:rPr>
              <a:t>Email/SMS notifications and cancellations are not available in version one.</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2417207" y="1309092"/>
            <a:ext cx="3105269" cy="354925"/>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Montserrat Bold" pitchFamily="34" charset="0"/>
                <a:ea typeface="Montserrat Bold" pitchFamily="34" charset="-122"/>
                <a:cs typeface="Montserrat Bold" pitchFamily="34" charset="-120"/>
              </a:rPr>
              <a:t>Tools &amp; Technologies</a:t>
            </a:r>
            <a:endParaRPr lang="en-US" sz="2200" dirty="0"/>
          </a:p>
        </p:txBody>
      </p:sp>
      <p:pic>
        <p:nvPicPr>
          <p:cNvPr id="3" name="Image 0" descr="preencoded.png"/>
          <p:cNvPicPr>
            <a:picLocks noChangeAspect="1"/>
          </p:cNvPicPr>
          <p:nvPr/>
        </p:nvPicPr>
        <p:blipFill>
          <a:blip r:embed="rId3"/>
          <a:stretch>
            <a:fillRect/>
          </a:stretch>
        </p:blipFill>
        <p:spPr>
          <a:xfrm>
            <a:off x="2417207" y="2245757"/>
            <a:ext cx="3180874" cy="4241125"/>
          </a:xfrm>
          <a:prstGeom prst="rect">
            <a:avLst/>
          </a:prstGeom>
        </p:spPr>
      </p:pic>
      <p:pic>
        <p:nvPicPr>
          <p:cNvPr id="4"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986701" y="1923217"/>
            <a:ext cx="390406" cy="390406"/>
          </a:xfrm>
          <a:prstGeom prst="rect">
            <a:avLst/>
          </a:prstGeom>
        </p:spPr>
      </p:pic>
      <p:sp>
        <p:nvSpPr>
          <p:cNvPr id="5" name="Text 1"/>
          <p:cNvSpPr/>
          <p:nvPr/>
        </p:nvSpPr>
        <p:spPr>
          <a:xfrm>
            <a:off x="5986701" y="2437090"/>
            <a:ext cx="1774627" cy="221813"/>
          </a:xfrm>
          <a:prstGeom prst="rect">
            <a:avLst/>
          </a:prstGeom>
          <a:noFill/>
          <a:ln/>
        </p:spPr>
        <p:txBody>
          <a:bodyPr wrap="none" lIns="0" tIns="0" rIns="0" bIns="0" rtlCol="0" anchor="t"/>
          <a:lstStyle/>
          <a:p>
            <a:pPr marL="0" indent="0" algn="l">
              <a:lnSpc>
                <a:spcPts val="1700"/>
              </a:lnSpc>
              <a:buNone/>
            </a:pPr>
            <a:r>
              <a:rPr lang="en-US" sz="1350" b="1" dirty="0">
                <a:solidFill>
                  <a:srgbClr val="3D3838"/>
                </a:solidFill>
                <a:latin typeface="Montserrat Bold" pitchFamily="34" charset="0"/>
                <a:ea typeface="Montserrat Bold" pitchFamily="34" charset="-122"/>
                <a:cs typeface="Montserrat Bold" pitchFamily="34" charset="-120"/>
              </a:rPr>
              <a:t>Frontend</a:t>
            </a:r>
            <a:endParaRPr lang="en-US" sz="1350" dirty="0"/>
          </a:p>
        </p:txBody>
      </p:sp>
      <p:sp>
        <p:nvSpPr>
          <p:cNvPr id="6" name="Text 2"/>
          <p:cNvSpPr/>
          <p:nvPr/>
        </p:nvSpPr>
        <p:spPr>
          <a:xfrm>
            <a:off x="5986701" y="2757607"/>
            <a:ext cx="6233874" cy="191214"/>
          </a:xfrm>
          <a:prstGeom prst="rect">
            <a:avLst/>
          </a:prstGeom>
          <a:noFill/>
          <a:ln/>
        </p:spPr>
        <p:txBody>
          <a:bodyPr wrap="none" lIns="0" tIns="0" rIns="0" bIns="0" rtlCol="0" anchor="t"/>
          <a:lstStyle/>
          <a:p>
            <a:pPr marL="0" indent="0" algn="l">
              <a:lnSpc>
                <a:spcPts val="1500"/>
              </a:lnSpc>
              <a:buNone/>
            </a:pPr>
            <a:r>
              <a:rPr lang="en-US" sz="1200" dirty="0">
                <a:solidFill>
                  <a:srgbClr val="3D3838"/>
                </a:solidFill>
                <a:latin typeface="Source Sans 3" pitchFamily="34" charset="0"/>
                <a:ea typeface="Source Sans 3" pitchFamily="34" charset="-122"/>
                <a:cs typeface="Source Sans 3" pitchFamily="34" charset="-120"/>
              </a:rPr>
              <a:t>React.js, HTML5, CSS3, JavaScript — component-driven UI for responsive experiences.</a:t>
            </a:r>
            <a:endParaRPr lang="en-US" sz="1200" dirty="0"/>
          </a:p>
        </p:txBody>
      </p:sp>
      <p:pic>
        <p:nvPicPr>
          <p:cNvPr id="7"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986701" y="3146346"/>
            <a:ext cx="390406" cy="390406"/>
          </a:xfrm>
          <a:prstGeom prst="rect">
            <a:avLst/>
          </a:prstGeom>
        </p:spPr>
      </p:pic>
      <p:sp>
        <p:nvSpPr>
          <p:cNvPr id="8" name="Text 3"/>
          <p:cNvSpPr/>
          <p:nvPr/>
        </p:nvSpPr>
        <p:spPr>
          <a:xfrm>
            <a:off x="5986701" y="3660219"/>
            <a:ext cx="1774627" cy="221813"/>
          </a:xfrm>
          <a:prstGeom prst="rect">
            <a:avLst/>
          </a:prstGeom>
          <a:noFill/>
          <a:ln/>
        </p:spPr>
        <p:txBody>
          <a:bodyPr wrap="none" lIns="0" tIns="0" rIns="0" bIns="0" rtlCol="0" anchor="t"/>
          <a:lstStyle/>
          <a:p>
            <a:pPr marL="0" indent="0" algn="l">
              <a:lnSpc>
                <a:spcPts val="1700"/>
              </a:lnSpc>
              <a:buNone/>
            </a:pPr>
            <a:r>
              <a:rPr lang="en-US" sz="1350" b="1" dirty="0">
                <a:solidFill>
                  <a:srgbClr val="3D3838"/>
                </a:solidFill>
                <a:latin typeface="Montserrat Bold" pitchFamily="34" charset="0"/>
                <a:ea typeface="Montserrat Bold" pitchFamily="34" charset="-122"/>
                <a:cs typeface="Montserrat Bold" pitchFamily="34" charset="-120"/>
              </a:rPr>
              <a:t>Backend</a:t>
            </a:r>
            <a:endParaRPr lang="en-US" sz="1350" dirty="0"/>
          </a:p>
        </p:txBody>
      </p:sp>
      <p:sp>
        <p:nvSpPr>
          <p:cNvPr id="9" name="Text 4"/>
          <p:cNvSpPr/>
          <p:nvPr/>
        </p:nvSpPr>
        <p:spPr>
          <a:xfrm>
            <a:off x="5986701" y="3980736"/>
            <a:ext cx="6233874" cy="191214"/>
          </a:xfrm>
          <a:prstGeom prst="rect">
            <a:avLst/>
          </a:prstGeom>
          <a:noFill/>
          <a:ln/>
        </p:spPr>
        <p:txBody>
          <a:bodyPr wrap="none" lIns="0" tIns="0" rIns="0" bIns="0" rtlCol="0" anchor="t"/>
          <a:lstStyle/>
          <a:p>
            <a:pPr marL="0" indent="0" algn="l">
              <a:lnSpc>
                <a:spcPts val="1500"/>
              </a:lnSpc>
              <a:buNone/>
            </a:pPr>
            <a:r>
              <a:rPr lang="en-US" sz="1200" dirty="0">
                <a:solidFill>
                  <a:srgbClr val="3D3838"/>
                </a:solidFill>
                <a:latin typeface="Source Sans 3" pitchFamily="34" charset="0"/>
                <a:ea typeface="Source Sans 3" pitchFamily="34" charset="-122"/>
                <a:cs typeface="Source Sans 3" pitchFamily="34" charset="-120"/>
              </a:rPr>
              <a:t>Node.js + Express for REST APIs, authentication and business logic.</a:t>
            </a:r>
            <a:endParaRPr lang="en-US" sz="1200" dirty="0"/>
          </a:p>
        </p:txBody>
      </p:sp>
      <p:pic>
        <p:nvPicPr>
          <p:cNvPr id="10"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986701" y="4369475"/>
            <a:ext cx="390406" cy="390406"/>
          </a:xfrm>
          <a:prstGeom prst="rect">
            <a:avLst/>
          </a:prstGeom>
        </p:spPr>
      </p:pic>
      <p:sp>
        <p:nvSpPr>
          <p:cNvPr id="11" name="Text 5"/>
          <p:cNvSpPr/>
          <p:nvPr/>
        </p:nvSpPr>
        <p:spPr>
          <a:xfrm>
            <a:off x="5986701" y="4883348"/>
            <a:ext cx="1774627" cy="221813"/>
          </a:xfrm>
          <a:prstGeom prst="rect">
            <a:avLst/>
          </a:prstGeom>
          <a:noFill/>
          <a:ln/>
        </p:spPr>
        <p:txBody>
          <a:bodyPr wrap="none" lIns="0" tIns="0" rIns="0" bIns="0" rtlCol="0" anchor="t"/>
          <a:lstStyle/>
          <a:p>
            <a:pPr marL="0" indent="0" algn="l">
              <a:lnSpc>
                <a:spcPts val="1700"/>
              </a:lnSpc>
              <a:buNone/>
            </a:pPr>
            <a:r>
              <a:rPr lang="en-US" sz="1350" b="1" dirty="0">
                <a:solidFill>
                  <a:srgbClr val="3D3838"/>
                </a:solidFill>
                <a:latin typeface="Montserrat Bold" pitchFamily="34" charset="0"/>
                <a:ea typeface="Montserrat Bold" pitchFamily="34" charset="-122"/>
                <a:cs typeface="Montserrat Bold" pitchFamily="34" charset="-120"/>
              </a:rPr>
              <a:t>Database</a:t>
            </a:r>
            <a:endParaRPr lang="en-US" sz="1350" dirty="0"/>
          </a:p>
        </p:txBody>
      </p:sp>
      <p:sp>
        <p:nvSpPr>
          <p:cNvPr id="12" name="Text 6"/>
          <p:cNvSpPr/>
          <p:nvPr/>
        </p:nvSpPr>
        <p:spPr>
          <a:xfrm>
            <a:off x="5986701" y="5203865"/>
            <a:ext cx="6233874" cy="382429"/>
          </a:xfrm>
          <a:prstGeom prst="rect">
            <a:avLst/>
          </a:prstGeom>
          <a:noFill/>
          <a:ln/>
        </p:spPr>
        <p:txBody>
          <a:bodyPr wrap="square" lIns="0" tIns="0" rIns="0" bIns="0" rtlCol="0" anchor="t"/>
          <a:lstStyle/>
          <a:p>
            <a:pPr marL="0" indent="0" algn="l">
              <a:lnSpc>
                <a:spcPts val="1500"/>
              </a:lnSpc>
              <a:buNone/>
            </a:pPr>
            <a:r>
              <a:rPr lang="en-US" sz="1200" dirty="0">
                <a:solidFill>
                  <a:srgbClr val="3D3838"/>
                </a:solidFill>
                <a:latin typeface="Source Sans 3" pitchFamily="34" charset="0"/>
                <a:ea typeface="Source Sans 3" pitchFamily="34" charset="-122"/>
                <a:cs typeface="Source Sans 3" pitchFamily="34" charset="-120"/>
              </a:rPr>
              <a:t>MongoDB with Mongoose for flexible, document-based data models (users, packages, bookings).</a:t>
            </a:r>
            <a:endParaRPr lang="en-US" sz="1200" dirty="0"/>
          </a:p>
        </p:txBody>
      </p:sp>
      <p:pic>
        <p:nvPicPr>
          <p:cNvPr id="13" name="Image 4"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986701" y="5783818"/>
            <a:ext cx="390406" cy="390406"/>
          </a:xfrm>
          <a:prstGeom prst="rect">
            <a:avLst/>
          </a:prstGeom>
        </p:spPr>
      </p:pic>
      <p:sp>
        <p:nvSpPr>
          <p:cNvPr id="14" name="Text 7"/>
          <p:cNvSpPr/>
          <p:nvPr/>
        </p:nvSpPr>
        <p:spPr>
          <a:xfrm>
            <a:off x="5986701" y="6297692"/>
            <a:ext cx="1774627" cy="221813"/>
          </a:xfrm>
          <a:prstGeom prst="rect">
            <a:avLst/>
          </a:prstGeom>
          <a:noFill/>
          <a:ln/>
        </p:spPr>
        <p:txBody>
          <a:bodyPr wrap="none" lIns="0" tIns="0" rIns="0" bIns="0" rtlCol="0" anchor="t"/>
          <a:lstStyle/>
          <a:p>
            <a:pPr marL="0" indent="0" algn="l">
              <a:lnSpc>
                <a:spcPts val="1700"/>
              </a:lnSpc>
              <a:buNone/>
            </a:pPr>
            <a:r>
              <a:rPr lang="en-US" sz="1350" b="1" dirty="0">
                <a:solidFill>
                  <a:srgbClr val="3D3838"/>
                </a:solidFill>
                <a:latin typeface="Montserrat Bold" pitchFamily="34" charset="0"/>
                <a:ea typeface="Montserrat Bold" pitchFamily="34" charset="-122"/>
                <a:cs typeface="Montserrat Bold" pitchFamily="34" charset="-120"/>
              </a:rPr>
              <a:t>Dev Tools</a:t>
            </a:r>
            <a:endParaRPr lang="en-US" sz="1350" dirty="0"/>
          </a:p>
        </p:txBody>
      </p:sp>
      <p:sp>
        <p:nvSpPr>
          <p:cNvPr id="15" name="Text 8"/>
          <p:cNvSpPr/>
          <p:nvPr/>
        </p:nvSpPr>
        <p:spPr>
          <a:xfrm>
            <a:off x="5986701" y="6618208"/>
            <a:ext cx="6233874" cy="191214"/>
          </a:xfrm>
          <a:prstGeom prst="rect">
            <a:avLst/>
          </a:prstGeom>
          <a:noFill/>
          <a:ln/>
        </p:spPr>
        <p:txBody>
          <a:bodyPr wrap="none" lIns="0" tIns="0" rIns="0" bIns="0" rtlCol="0" anchor="t"/>
          <a:lstStyle/>
          <a:p>
            <a:pPr marL="0" indent="0" algn="l">
              <a:lnSpc>
                <a:spcPts val="1500"/>
              </a:lnSpc>
              <a:buNone/>
            </a:pPr>
            <a:r>
              <a:rPr lang="en-US" sz="1200" dirty="0">
                <a:solidFill>
                  <a:srgbClr val="3D3838"/>
                </a:solidFill>
                <a:latin typeface="Source Sans 3" pitchFamily="34" charset="0"/>
                <a:ea typeface="Source Sans 3" pitchFamily="34" charset="-122"/>
                <a:cs typeface="Source Sans 3" pitchFamily="34" charset="-120"/>
              </a:rPr>
              <a:t>Visual Studio Code, Thunder Client for API testing, and GitHub for version control.</a:t>
            </a:r>
            <a:endParaRPr lang="en-US" sz="1200" dirty="0"/>
          </a:p>
        </p:txBody>
      </p:sp>
      <p:pic>
        <p:nvPicPr>
          <p:cNvPr id="19" name="Picture 18">
            <a:extLst>
              <a:ext uri="{FF2B5EF4-FFF2-40B4-BE49-F238E27FC236}">
                <a16:creationId xmlns:a16="http://schemas.microsoft.com/office/drawing/2014/main" id="{49F25C6A-165F-7C8F-4335-DFFDEE1BF654}"/>
              </a:ext>
            </a:extLst>
          </p:cNvPr>
          <p:cNvPicPr>
            <a:picLocks noChangeAspect="1"/>
          </p:cNvPicPr>
          <p:nvPr/>
        </p:nvPicPr>
        <p:blipFill>
          <a:blip r:embed="rId12"/>
          <a:stretch>
            <a:fillRect/>
          </a:stretch>
        </p:blipFill>
        <p:spPr>
          <a:xfrm>
            <a:off x="12523209" y="7628659"/>
            <a:ext cx="1990725" cy="5334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96013" y="307598"/>
            <a:ext cx="6592014" cy="445056"/>
          </a:xfrm>
          <a:prstGeom prst="rect">
            <a:avLst/>
          </a:prstGeom>
          <a:noFill/>
          <a:ln/>
        </p:spPr>
        <p:txBody>
          <a:bodyPr wrap="none" lIns="0" tIns="0" rIns="0" bIns="0" rtlCol="0" anchor="t"/>
          <a:lstStyle/>
          <a:p>
            <a:pPr marL="0" indent="0" algn="l">
              <a:lnSpc>
                <a:spcPts val="3500"/>
              </a:lnSpc>
              <a:buNone/>
            </a:pPr>
            <a:r>
              <a:rPr lang="en-US" sz="2800" b="1" dirty="0">
                <a:solidFill>
                  <a:srgbClr val="000000"/>
                </a:solidFill>
                <a:latin typeface="Montserrat Bold" pitchFamily="34" charset="0"/>
                <a:ea typeface="Montserrat Bold" pitchFamily="34" charset="-122"/>
                <a:cs typeface="Montserrat Bold" pitchFamily="34" charset="-120"/>
              </a:rPr>
              <a:t>System Requirements </a:t>
            </a:r>
            <a:endParaRPr lang="en-US" sz="2800" dirty="0"/>
          </a:p>
        </p:txBody>
      </p:sp>
      <p:sp>
        <p:nvSpPr>
          <p:cNvPr id="4" name="Shape 1"/>
          <p:cNvSpPr/>
          <p:nvPr/>
        </p:nvSpPr>
        <p:spPr>
          <a:xfrm>
            <a:off x="6171843" y="1786295"/>
            <a:ext cx="195858" cy="1175147"/>
          </a:xfrm>
          <a:prstGeom prst="roundRect">
            <a:avLst>
              <a:gd name="adj" fmla="val 15001"/>
            </a:avLst>
          </a:prstGeom>
          <a:solidFill>
            <a:srgbClr val="F2EEEE"/>
          </a:solidFill>
          <a:ln/>
        </p:spPr>
      </p:sp>
      <p:sp>
        <p:nvSpPr>
          <p:cNvPr id="5" name="Text 2"/>
          <p:cNvSpPr/>
          <p:nvPr/>
        </p:nvSpPr>
        <p:spPr>
          <a:xfrm>
            <a:off x="6523077" y="1982153"/>
            <a:ext cx="2968943" cy="278130"/>
          </a:xfrm>
          <a:prstGeom prst="rect">
            <a:avLst/>
          </a:prstGeom>
          <a:noFill/>
          <a:ln/>
        </p:spPr>
        <p:txBody>
          <a:bodyPr wrap="none" lIns="0" tIns="0" rIns="0" bIns="0" rtlCol="0" anchor="t"/>
          <a:lstStyle/>
          <a:p>
            <a:pPr marL="0" indent="0" algn="l">
              <a:lnSpc>
                <a:spcPts val="2150"/>
              </a:lnSpc>
              <a:buNone/>
            </a:pPr>
            <a:r>
              <a:rPr lang="en-US" sz="1750" b="1" dirty="0">
                <a:solidFill>
                  <a:srgbClr val="3D3838"/>
                </a:solidFill>
                <a:latin typeface="Montserrat Bold" pitchFamily="34" charset="0"/>
                <a:ea typeface="Montserrat Bold" pitchFamily="34" charset="-122"/>
                <a:cs typeface="Montserrat Bold" pitchFamily="34" charset="-120"/>
              </a:rPr>
              <a:t>1. User Management</a:t>
            </a:r>
            <a:endParaRPr lang="en-US" sz="1750" dirty="0"/>
          </a:p>
        </p:txBody>
      </p:sp>
      <p:sp>
        <p:nvSpPr>
          <p:cNvPr id="6" name="Text 3"/>
          <p:cNvSpPr/>
          <p:nvPr/>
        </p:nvSpPr>
        <p:spPr>
          <a:xfrm>
            <a:off x="6523077" y="2353508"/>
            <a:ext cx="7421880" cy="263366"/>
          </a:xfrm>
          <a:prstGeom prst="rect">
            <a:avLst/>
          </a:prstGeom>
          <a:noFill/>
          <a:ln/>
        </p:spPr>
        <p:txBody>
          <a:bodyPr wrap="none" lIns="0" tIns="0" rIns="0" bIns="0" rtlCol="0" anchor="t"/>
          <a:lstStyle/>
          <a:p>
            <a:pPr marL="0" indent="0" algn="l">
              <a:lnSpc>
                <a:spcPts val="2050"/>
              </a:lnSpc>
              <a:buNone/>
            </a:pPr>
            <a:r>
              <a:rPr lang="en-US" sz="1700" dirty="0">
                <a:solidFill>
                  <a:srgbClr val="3D3838"/>
                </a:solidFill>
                <a:latin typeface="Source Sans 3" pitchFamily="34" charset="0"/>
                <a:ea typeface="Source Sans 3" pitchFamily="34" charset="-122"/>
                <a:cs typeface="Source Sans 3" pitchFamily="34" charset="-120"/>
              </a:rPr>
              <a:t>User registration with email , Secure login &amp; authentication.</a:t>
            </a:r>
            <a:endParaRPr lang="en-US" sz="1700" dirty="0"/>
          </a:p>
        </p:txBody>
      </p:sp>
      <p:sp>
        <p:nvSpPr>
          <p:cNvPr id="7" name="Shape 4"/>
          <p:cNvSpPr/>
          <p:nvPr/>
        </p:nvSpPr>
        <p:spPr>
          <a:xfrm>
            <a:off x="6465570" y="3116818"/>
            <a:ext cx="195858" cy="1289804"/>
          </a:xfrm>
          <a:prstGeom prst="roundRect">
            <a:avLst>
              <a:gd name="adj" fmla="val 15001"/>
            </a:avLst>
          </a:prstGeom>
          <a:solidFill>
            <a:srgbClr val="F2EEEE"/>
          </a:solidFill>
          <a:ln/>
        </p:spPr>
      </p:sp>
      <p:sp>
        <p:nvSpPr>
          <p:cNvPr id="8" name="Text 5"/>
          <p:cNvSpPr/>
          <p:nvPr/>
        </p:nvSpPr>
        <p:spPr>
          <a:xfrm>
            <a:off x="6816804" y="3312676"/>
            <a:ext cx="2543056" cy="278130"/>
          </a:xfrm>
          <a:prstGeom prst="rect">
            <a:avLst/>
          </a:prstGeom>
          <a:noFill/>
          <a:ln/>
        </p:spPr>
        <p:txBody>
          <a:bodyPr wrap="none" lIns="0" tIns="0" rIns="0" bIns="0" rtlCol="0" anchor="t"/>
          <a:lstStyle/>
          <a:p>
            <a:pPr marL="0" indent="0" algn="l">
              <a:lnSpc>
                <a:spcPts val="2150"/>
              </a:lnSpc>
              <a:buNone/>
            </a:pPr>
            <a:r>
              <a:rPr lang="en-US" sz="1750" b="1" dirty="0">
                <a:solidFill>
                  <a:srgbClr val="3D3838"/>
                </a:solidFill>
                <a:latin typeface="Montserrat Bold" pitchFamily="34" charset="0"/>
                <a:ea typeface="Montserrat Bold" pitchFamily="34" charset="-122"/>
                <a:cs typeface="Montserrat Bold" pitchFamily="34" charset="-120"/>
              </a:rPr>
              <a:t>2. Event Management</a:t>
            </a:r>
            <a:endParaRPr lang="en-US" sz="1750" dirty="0"/>
          </a:p>
        </p:txBody>
      </p:sp>
      <p:sp>
        <p:nvSpPr>
          <p:cNvPr id="9" name="Text 6"/>
          <p:cNvSpPr/>
          <p:nvPr/>
        </p:nvSpPr>
        <p:spPr>
          <a:xfrm>
            <a:off x="6816804" y="3684032"/>
            <a:ext cx="7128153" cy="526733"/>
          </a:xfrm>
          <a:prstGeom prst="rect">
            <a:avLst/>
          </a:prstGeom>
          <a:noFill/>
          <a:ln/>
        </p:spPr>
        <p:txBody>
          <a:bodyPr wrap="square" lIns="0" tIns="0" rIns="0" bIns="0" rtlCol="0" anchor="t"/>
          <a:lstStyle/>
          <a:p>
            <a:pPr marL="0" indent="0" algn="l">
              <a:lnSpc>
                <a:spcPts val="2050"/>
              </a:lnSpc>
              <a:buNone/>
            </a:pPr>
            <a:r>
              <a:rPr lang="en-US" sz="1700" dirty="0" err="1">
                <a:solidFill>
                  <a:srgbClr val="3D3838"/>
                </a:solidFill>
                <a:latin typeface="Source Sans 3" pitchFamily="34" charset="0"/>
                <a:ea typeface="Source Sans 3" pitchFamily="34" charset="-122"/>
                <a:cs typeface="Source Sans 3" pitchFamily="34" charset="-120"/>
              </a:rPr>
              <a:t>Handling.package</a:t>
            </a:r>
            <a:r>
              <a:rPr lang="en-US" sz="1700" dirty="0">
                <a:solidFill>
                  <a:srgbClr val="3D3838"/>
                </a:solidFill>
                <a:latin typeface="Source Sans 3" pitchFamily="34" charset="0"/>
                <a:ea typeface="Source Sans 3" pitchFamily="34" charset="-122"/>
                <a:cs typeface="Source Sans 3" pitchFamily="34" charset="-120"/>
              </a:rPr>
              <a:t> catalog , Package details , Catering &amp; Services</a:t>
            </a:r>
            <a:endParaRPr lang="en-US" sz="1700" dirty="0"/>
          </a:p>
        </p:txBody>
      </p:sp>
      <p:sp>
        <p:nvSpPr>
          <p:cNvPr id="10" name="Shape 7"/>
          <p:cNvSpPr/>
          <p:nvPr/>
        </p:nvSpPr>
        <p:spPr>
          <a:xfrm>
            <a:off x="6759416" y="4561999"/>
            <a:ext cx="195858" cy="1289804"/>
          </a:xfrm>
          <a:prstGeom prst="roundRect">
            <a:avLst>
              <a:gd name="adj" fmla="val 15001"/>
            </a:avLst>
          </a:prstGeom>
          <a:solidFill>
            <a:srgbClr val="F2EEEE"/>
          </a:solidFill>
          <a:ln/>
        </p:spPr>
      </p:sp>
      <p:sp>
        <p:nvSpPr>
          <p:cNvPr id="11" name="Text 8"/>
          <p:cNvSpPr/>
          <p:nvPr/>
        </p:nvSpPr>
        <p:spPr>
          <a:xfrm>
            <a:off x="7110651" y="4757857"/>
            <a:ext cx="2739033" cy="278130"/>
          </a:xfrm>
          <a:prstGeom prst="rect">
            <a:avLst/>
          </a:prstGeom>
          <a:noFill/>
          <a:ln/>
        </p:spPr>
        <p:txBody>
          <a:bodyPr wrap="none" lIns="0" tIns="0" rIns="0" bIns="0" rtlCol="0" anchor="t"/>
          <a:lstStyle/>
          <a:p>
            <a:pPr marL="0" indent="0" algn="l">
              <a:lnSpc>
                <a:spcPts val="2150"/>
              </a:lnSpc>
              <a:buNone/>
            </a:pPr>
            <a:r>
              <a:rPr lang="en-US" sz="1750" b="1" dirty="0">
                <a:solidFill>
                  <a:srgbClr val="3D3838"/>
                </a:solidFill>
                <a:latin typeface="Montserrat Bold" pitchFamily="34" charset="0"/>
                <a:ea typeface="Montserrat Bold" pitchFamily="34" charset="-122"/>
                <a:cs typeface="Montserrat Bold" pitchFamily="34" charset="-120"/>
              </a:rPr>
              <a:t>3. Booking Management</a:t>
            </a:r>
            <a:endParaRPr lang="en-US" sz="1750" dirty="0"/>
          </a:p>
        </p:txBody>
      </p:sp>
      <p:sp>
        <p:nvSpPr>
          <p:cNvPr id="12" name="Text 9"/>
          <p:cNvSpPr/>
          <p:nvPr/>
        </p:nvSpPr>
        <p:spPr>
          <a:xfrm>
            <a:off x="7110651" y="5129213"/>
            <a:ext cx="6834307" cy="526733"/>
          </a:xfrm>
          <a:prstGeom prst="rect">
            <a:avLst/>
          </a:prstGeom>
          <a:noFill/>
          <a:ln/>
        </p:spPr>
        <p:txBody>
          <a:bodyPr wrap="square" lIns="0" tIns="0" rIns="0" bIns="0" rtlCol="0" anchor="t"/>
          <a:lstStyle/>
          <a:p>
            <a:pPr marL="0" indent="0" algn="l">
              <a:lnSpc>
                <a:spcPts val="2050"/>
              </a:lnSpc>
              <a:buNone/>
            </a:pPr>
            <a:r>
              <a:rPr lang="en-US" sz="1700" dirty="0" err="1">
                <a:solidFill>
                  <a:srgbClr val="3D3838"/>
                </a:solidFill>
                <a:latin typeface="Source Sans 3" pitchFamily="34" charset="0"/>
                <a:ea typeface="Source Sans 3" pitchFamily="34" charset="-122"/>
                <a:cs typeface="Source Sans 3" pitchFamily="34" charset="-120"/>
              </a:rPr>
              <a:t>Aselect</a:t>
            </a:r>
            <a:r>
              <a:rPr lang="en-US" sz="1700" dirty="0">
                <a:solidFill>
                  <a:srgbClr val="3D3838"/>
                </a:solidFill>
                <a:latin typeface="Source Sans 3" pitchFamily="34" charset="0"/>
                <a:ea typeface="Source Sans 3" pitchFamily="34" charset="-122"/>
                <a:cs typeface="Source Sans 3" pitchFamily="34" charset="-120"/>
              </a:rPr>
              <a:t> package  </a:t>
            </a:r>
            <a:r>
              <a:rPr lang="en-US" sz="1700" dirty="0">
                <a:solidFill>
                  <a:srgbClr val="3D3838"/>
                </a:solidFill>
                <a:latin typeface="Source Sans 3" pitchFamily="34" charset="0"/>
                <a:ea typeface="Source Sans 3" pitchFamily="34" charset="-122"/>
                <a:cs typeface="Source Sans 3" pitchFamily="34" charset="-120"/>
                <a:sym typeface="Wingdings" panose="05000000000000000000" pitchFamily="2" charset="2"/>
              </a:rPr>
              <a:t>  Choose data &amp; options</a:t>
            </a:r>
            <a:endParaRPr lang="en-US" sz="1700" dirty="0"/>
          </a:p>
        </p:txBody>
      </p:sp>
      <p:sp>
        <p:nvSpPr>
          <p:cNvPr id="13" name="Shape 10"/>
          <p:cNvSpPr/>
          <p:nvPr/>
        </p:nvSpPr>
        <p:spPr>
          <a:xfrm>
            <a:off x="6196013" y="7591490"/>
            <a:ext cx="7773114" cy="32028"/>
          </a:xfrm>
          <a:prstGeom prst="rect">
            <a:avLst/>
          </a:prstGeom>
          <a:solidFill>
            <a:srgbClr val="3D3838">
              <a:alpha val="50000"/>
            </a:srgbClr>
          </a:solidFill>
          <a:ln/>
        </p:spPr>
      </p:sp>
      <p:sp>
        <p:nvSpPr>
          <p:cNvPr id="14" name="Text 11"/>
          <p:cNvSpPr/>
          <p:nvPr/>
        </p:nvSpPr>
        <p:spPr>
          <a:xfrm>
            <a:off x="6494323" y="7708073"/>
            <a:ext cx="7773114" cy="790099"/>
          </a:xfrm>
          <a:prstGeom prst="rect">
            <a:avLst/>
          </a:prstGeom>
          <a:noFill/>
          <a:ln/>
        </p:spPr>
        <p:txBody>
          <a:bodyPr wrap="square" lIns="0" tIns="0" rIns="0" bIns="0" rtlCol="0" anchor="t"/>
          <a:lstStyle/>
          <a:p>
            <a:pPr marL="0" indent="0" algn="l">
              <a:lnSpc>
                <a:spcPts val="2050"/>
              </a:lnSpc>
              <a:buNone/>
            </a:pPr>
            <a:endParaRPr lang="en-US" sz="1500" dirty="0"/>
          </a:p>
        </p:txBody>
      </p:sp>
      <p:sp>
        <p:nvSpPr>
          <p:cNvPr id="15" name="Shape 7">
            <a:extLst>
              <a:ext uri="{FF2B5EF4-FFF2-40B4-BE49-F238E27FC236}">
                <a16:creationId xmlns:a16="http://schemas.microsoft.com/office/drawing/2014/main" id="{09EE1A49-F8EB-4BA7-5D55-5D9EE72A3464}"/>
              </a:ext>
            </a:extLst>
          </p:cNvPr>
          <p:cNvSpPr/>
          <p:nvPr/>
        </p:nvSpPr>
        <p:spPr>
          <a:xfrm>
            <a:off x="7110651" y="5913031"/>
            <a:ext cx="195858" cy="1289804"/>
          </a:xfrm>
          <a:prstGeom prst="roundRect">
            <a:avLst>
              <a:gd name="adj" fmla="val 15001"/>
            </a:avLst>
          </a:prstGeom>
          <a:solidFill>
            <a:srgbClr val="F2EEEE"/>
          </a:solidFill>
          <a:ln/>
        </p:spPr>
      </p:sp>
      <p:sp>
        <p:nvSpPr>
          <p:cNvPr id="17" name="TextBox 16">
            <a:extLst>
              <a:ext uri="{FF2B5EF4-FFF2-40B4-BE49-F238E27FC236}">
                <a16:creationId xmlns:a16="http://schemas.microsoft.com/office/drawing/2014/main" id="{11EC250A-59F5-C76D-35FB-C395DDF7E9C6}"/>
              </a:ext>
            </a:extLst>
          </p:cNvPr>
          <p:cNvSpPr txBox="1"/>
          <p:nvPr/>
        </p:nvSpPr>
        <p:spPr>
          <a:xfrm>
            <a:off x="7502237" y="6013613"/>
            <a:ext cx="7315200" cy="364010"/>
          </a:xfrm>
          <a:prstGeom prst="rect">
            <a:avLst/>
          </a:prstGeom>
          <a:noFill/>
        </p:spPr>
        <p:txBody>
          <a:bodyPr wrap="square">
            <a:spAutoFit/>
          </a:bodyPr>
          <a:lstStyle/>
          <a:p>
            <a:pPr marL="0" indent="0" algn="l">
              <a:lnSpc>
                <a:spcPts val="2150"/>
              </a:lnSpc>
              <a:buNone/>
            </a:pPr>
            <a:r>
              <a:rPr lang="en-US" b="1" dirty="0">
                <a:solidFill>
                  <a:srgbClr val="3D3838"/>
                </a:solidFill>
                <a:latin typeface="Montserrat Bold" pitchFamily="34" charset="0"/>
                <a:ea typeface="Montserrat Bold" pitchFamily="34" charset="-122"/>
                <a:cs typeface="Montserrat Bold" pitchFamily="34" charset="-120"/>
              </a:rPr>
              <a:t>4</a:t>
            </a:r>
            <a:r>
              <a:rPr lang="en-US" sz="1800" b="1" dirty="0">
                <a:solidFill>
                  <a:srgbClr val="3D3838"/>
                </a:solidFill>
                <a:latin typeface="Montserrat Bold" pitchFamily="34" charset="0"/>
                <a:ea typeface="Montserrat Bold" pitchFamily="34" charset="-122"/>
                <a:cs typeface="Montserrat Bold" pitchFamily="34" charset="-120"/>
              </a:rPr>
              <a:t>. </a:t>
            </a:r>
            <a:r>
              <a:rPr lang="en-US" b="1" dirty="0">
                <a:solidFill>
                  <a:srgbClr val="3D3838"/>
                </a:solidFill>
                <a:latin typeface="Montserrat Bold" pitchFamily="34" charset="0"/>
                <a:ea typeface="Montserrat Bold" pitchFamily="34" charset="-122"/>
                <a:cs typeface="Montserrat Bold" pitchFamily="34" charset="-120"/>
              </a:rPr>
              <a:t>D</a:t>
            </a:r>
            <a:r>
              <a:rPr lang="en-US" sz="1800" b="1" dirty="0">
                <a:solidFill>
                  <a:srgbClr val="3D3838"/>
                </a:solidFill>
                <a:latin typeface="Montserrat Bold" pitchFamily="34" charset="0"/>
                <a:ea typeface="Montserrat Bold" pitchFamily="34" charset="-122"/>
                <a:cs typeface="Montserrat Bold" pitchFamily="34" charset="-120"/>
              </a:rPr>
              <a:t>atabase Management</a:t>
            </a:r>
            <a:endParaRPr lang="en-US" sz="1800" dirty="0"/>
          </a:p>
        </p:txBody>
      </p:sp>
      <p:sp>
        <p:nvSpPr>
          <p:cNvPr id="19" name="TextBox 18">
            <a:extLst>
              <a:ext uri="{FF2B5EF4-FFF2-40B4-BE49-F238E27FC236}">
                <a16:creationId xmlns:a16="http://schemas.microsoft.com/office/drawing/2014/main" id="{D4E9B7A3-730F-FC71-89C5-99E5FC4EFE4D}"/>
              </a:ext>
            </a:extLst>
          </p:cNvPr>
          <p:cNvSpPr txBox="1"/>
          <p:nvPr/>
        </p:nvSpPr>
        <p:spPr>
          <a:xfrm>
            <a:off x="7502237" y="6370204"/>
            <a:ext cx="7439890" cy="363561"/>
          </a:xfrm>
          <a:prstGeom prst="rect">
            <a:avLst/>
          </a:prstGeom>
          <a:noFill/>
        </p:spPr>
        <p:txBody>
          <a:bodyPr wrap="square">
            <a:spAutoFit/>
          </a:bodyPr>
          <a:lstStyle/>
          <a:p>
            <a:pPr marL="0" indent="0" algn="l">
              <a:lnSpc>
                <a:spcPts val="2050"/>
              </a:lnSpc>
              <a:buNone/>
            </a:pPr>
            <a:r>
              <a:rPr lang="en-US" sz="1700" dirty="0">
                <a:solidFill>
                  <a:srgbClr val="3D3838"/>
                </a:solidFill>
                <a:latin typeface="Source Sans 3" pitchFamily="34" charset="0"/>
                <a:ea typeface="Source Sans 3" pitchFamily="34" charset="-122"/>
                <a:cs typeface="Source Sans 3" pitchFamily="34" charset="-120"/>
              </a:rPr>
              <a:t>Store user records , Store event </a:t>
            </a:r>
            <a:r>
              <a:rPr lang="en-US" sz="1700" i="1" dirty="0">
                <a:solidFill>
                  <a:srgbClr val="3D3838"/>
                </a:solidFill>
                <a:latin typeface="Source Sans 3" pitchFamily="34" charset="0"/>
                <a:ea typeface="Source Sans 3" pitchFamily="34" charset="-122"/>
                <a:cs typeface="Source Sans 3" pitchFamily="34" charset="-120"/>
              </a:rPr>
              <a:t>packages</a:t>
            </a:r>
            <a:r>
              <a:rPr lang="en-US" sz="1700" dirty="0">
                <a:solidFill>
                  <a:srgbClr val="3D3838"/>
                </a:solidFill>
                <a:latin typeface="Source Sans 3" pitchFamily="34" charset="0"/>
                <a:ea typeface="Source Sans 3" pitchFamily="34" charset="-122"/>
                <a:cs typeface="Source Sans 3" pitchFamily="34" charset="-120"/>
              </a:rPr>
              <a:t> , Retrieve data dynamically</a:t>
            </a:r>
            <a:endParaRPr lang="en-US" sz="1700" dirty="0"/>
          </a:p>
        </p:txBody>
      </p:sp>
      <p:sp>
        <p:nvSpPr>
          <p:cNvPr id="21" name="TextBox 20">
            <a:extLst>
              <a:ext uri="{FF2B5EF4-FFF2-40B4-BE49-F238E27FC236}">
                <a16:creationId xmlns:a16="http://schemas.microsoft.com/office/drawing/2014/main" id="{30595D78-A6BB-F393-47A5-80BE441340B0}"/>
              </a:ext>
            </a:extLst>
          </p:cNvPr>
          <p:cNvSpPr txBox="1"/>
          <p:nvPr/>
        </p:nvSpPr>
        <p:spPr>
          <a:xfrm>
            <a:off x="6171844" y="970418"/>
            <a:ext cx="7473142" cy="461665"/>
          </a:xfrm>
          <a:prstGeom prst="rect">
            <a:avLst/>
          </a:prstGeom>
          <a:noFill/>
        </p:spPr>
        <p:txBody>
          <a:bodyPr wrap="square">
            <a:spAutoFit/>
          </a:bodyPr>
          <a:lstStyle/>
          <a:p>
            <a:r>
              <a:rPr lang="en-IN" sz="2400" b="1" i="0" u="none" strike="noStrike" baseline="0" dirty="0">
                <a:solidFill>
                  <a:srgbClr val="000000"/>
                </a:solidFill>
                <a:latin typeface="Calibri" panose="020F0502020204030204" pitchFamily="34" charset="0"/>
              </a:rPr>
              <a:t>Functional Requirements </a:t>
            </a:r>
            <a:endParaRPr lang="en-IN" sz="2400" b="1" dirty="0"/>
          </a:p>
        </p:txBody>
      </p:sp>
      <p:sp>
        <p:nvSpPr>
          <p:cNvPr id="16" name="Rectangle 15">
            <a:extLst>
              <a:ext uri="{FF2B5EF4-FFF2-40B4-BE49-F238E27FC236}">
                <a16:creationId xmlns:a16="http://schemas.microsoft.com/office/drawing/2014/main" id="{0EA1DAD2-6A69-7021-FC6E-15DF8972D126}"/>
              </a:ext>
            </a:extLst>
          </p:cNvPr>
          <p:cNvSpPr/>
          <p:nvPr/>
        </p:nvSpPr>
        <p:spPr>
          <a:xfrm>
            <a:off x="12502341" y="7753230"/>
            <a:ext cx="1995055" cy="363561"/>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64AD083-4833-631B-9371-B207398D3CB0}"/>
              </a:ext>
            </a:extLst>
          </p:cNvPr>
          <p:cNvSpPr txBox="1"/>
          <p:nvPr/>
        </p:nvSpPr>
        <p:spPr>
          <a:xfrm>
            <a:off x="3657600" y="106279"/>
            <a:ext cx="7315200" cy="461665"/>
          </a:xfrm>
          <a:prstGeom prst="rect">
            <a:avLst/>
          </a:prstGeom>
          <a:noFill/>
        </p:spPr>
        <p:txBody>
          <a:bodyPr wrap="square">
            <a:spAutoFit/>
          </a:bodyPr>
          <a:lstStyle/>
          <a:p>
            <a:pPr algn="ctr"/>
            <a:r>
              <a:rPr lang="en-IN" sz="2400" b="1" i="0" u="none" strike="noStrike" baseline="0" dirty="0">
                <a:solidFill>
                  <a:srgbClr val="000000"/>
                </a:solidFill>
              </a:rPr>
              <a:t>Data Model Description </a:t>
            </a:r>
            <a:endParaRPr lang="en-IN" sz="2400" b="1" dirty="0"/>
          </a:p>
        </p:txBody>
      </p:sp>
      <p:pic>
        <p:nvPicPr>
          <p:cNvPr id="5" name="Picture 4">
            <a:extLst>
              <a:ext uri="{FF2B5EF4-FFF2-40B4-BE49-F238E27FC236}">
                <a16:creationId xmlns:a16="http://schemas.microsoft.com/office/drawing/2014/main" id="{2CADBC9B-BFDD-10F8-2FD6-6B5BE682C329}"/>
              </a:ext>
            </a:extLst>
          </p:cNvPr>
          <p:cNvPicPr>
            <a:picLocks noChangeAspect="1"/>
          </p:cNvPicPr>
          <p:nvPr/>
        </p:nvPicPr>
        <p:blipFill>
          <a:blip r:embed="rId2"/>
          <a:stretch>
            <a:fillRect/>
          </a:stretch>
        </p:blipFill>
        <p:spPr>
          <a:xfrm>
            <a:off x="0" y="698268"/>
            <a:ext cx="14630400" cy="7531331"/>
          </a:xfrm>
          <a:prstGeom prst="rect">
            <a:avLst/>
          </a:prstGeom>
        </p:spPr>
      </p:pic>
    </p:spTree>
    <p:extLst>
      <p:ext uri="{BB962C8B-B14F-4D97-AF65-F5344CB8AC3E}">
        <p14:creationId xmlns:p14="http://schemas.microsoft.com/office/powerpoint/2010/main" val="22751853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56DB35-D3A2-C999-1D55-FD3FE08ADDD5}"/>
              </a:ext>
            </a:extLst>
          </p:cNvPr>
          <p:cNvSpPr txBox="1"/>
          <p:nvPr/>
        </p:nvSpPr>
        <p:spPr>
          <a:xfrm>
            <a:off x="3657600" y="156156"/>
            <a:ext cx="7315200" cy="461665"/>
          </a:xfrm>
          <a:prstGeom prst="rect">
            <a:avLst/>
          </a:prstGeom>
          <a:noFill/>
        </p:spPr>
        <p:txBody>
          <a:bodyPr wrap="square">
            <a:spAutoFit/>
          </a:bodyPr>
          <a:lstStyle/>
          <a:p>
            <a:pPr algn="ctr"/>
            <a:r>
              <a:rPr lang="en-US" sz="2400" b="1" i="0" u="none" strike="noStrike" baseline="0" dirty="0">
                <a:solidFill>
                  <a:srgbClr val="000000"/>
                </a:solidFill>
                <a:latin typeface="Cambria" panose="02040503050406030204" pitchFamily="18" charset="0"/>
              </a:rPr>
              <a:t>Phases of Waterfall Model Applied in the Project </a:t>
            </a:r>
            <a:endParaRPr lang="en-IN" sz="2400" b="1" dirty="0"/>
          </a:p>
        </p:txBody>
      </p:sp>
      <p:sp>
        <p:nvSpPr>
          <p:cNvPr id="5" name="TextBox 4">
            <a:extLst>
              <a:ext uri="{FF2B5EF4-FFF2-40B4-BE49-F238E27FC236}">
                <a16:creationId xmlns:a16="http://schemas.microsoft.com/office/drawing/2014/main" id="{468D3A24-B14D-C3C8-1613-C21145450B3E}"/>
              </a:ext>
            </a:extLst>
          </p:cNvPr>
          <p:cNvSpPr txBox="1"/>
          <p:nvPr/>
        </p:nvSpPr>
        <p:spPr>
          <a:xfrm>
            <a:off x="581893" y="791909"/>
            <a:ext cx="13100859" cy="1200329"/>
          </a:xfrm>
          <a:prstGeom prst="rect">
            <a:avLst/>
          </a:prstGeom>
          <a:noFill/>
        </p:spPr>
        <p:txBody>
          <a:bodyPr wrap="square">
            <a:spAutoFit/>
          </a:bodyPr>
          <a:lstStyle/>
          <a:p>
            <a:pPr marL="342900" indent="-342900">
              <a:buAutoNum type="arabicPeriod"/>
            </a:pPr>
            <a:r>
              <a:rPr lang="en-IN" sz="1800" b="1" i="1" u="none" strike="noStrike" baseline="0" dirty="0">
                <a:solidFill>
                  <a:srgbClr val="000000"/>
                </a:solidFill>
                <a:latin typeface="Cambria" panose="02040503050406030204" pitchFamily="18" charset="0"/>
              </a:rPr>
              <a:t>Requirement Analysis </a:t>
            </a:r>
          </a:p>
          <a:p>
            <a:pPr marL="342900" indent="-342900">
              <a:buAutoNum type="arabicPeriod"/>
            </a:pPr>
            <a:endParaRPr lang="en-IN" sz="1800" b="0" i="0" u="none" strike="noStrike" baseline="0" dirty="0">
              <a:solidFill>
                <a:srgbClr val="000000"/>
              </a:solidFill>
              <a:latin typeface="Cambria" panose="02040503050406030204" pitchFamily="18" charset="0"/>
            </a:endParaRPr>
          </a:p>
          <a:p>
            <a:r>
              <a:rPr lang="en-US" sz="1800" strike="noStrike" baseline="0" dirty="0">
                <a:solidFill>
                  <a:srgbClr val="000000"/>
                </a:solidFill>
                <a:latin typeface="Source Sans 3" panose="020B0604020202020204" charset="0"/>
              </a:rPr>
              <a:t>In this phase, the requirements of the Event Management System were identified. The system needed to allow users to register, log in, view event packages, and book events. The administrator required functionality to manage events, packages, and users. </a:t>
            </a:r>
            <a:endParaRPr lang="en-IN" dirty="0">
              <a:latin typeface="Source Sans 3" panose="020B0604020202020204" charset="0"/>
            </a:endParaRPr>
          </a:p>
        </p:txBody>
      </p:sp>
      <p:sp>
        <p:nvSpPr>
          <p:cNvPr id="7" name="TextBox 6">
            <a:extLst>
              <a:ext uri="{FF2B5EF4-FFF2-40B4-BE49-F238E27FC236}">
                <a16:creationId xmlns:a16="http://schemas.microsoft.com/office/drawing/2014/main" id="{403D2C0A-BF35-A6FD-8B24-AE9064A9A1C1}"/>
              </a:ext>
            </a:extLst>
          </p:cNvPr>
          <p:cNvSpPr txBox="1"/>
          <p:nvPr/>
        </p:nvSpPr>
        <p:spPr>
          <a:xfrm>
            <a:off x="581893" y="2218742"/>
            <a:ext cx="13100859" cy="1477328"/>
          </a:xfrm>
          <a:prstGeom prst="rect">
            <a:avLst/>
          </a:prstGeom>
          <a:noFill/>
        </p:spPr>
        <p:txBody>
          <a:bodyPr wrap="square">
            <a:spAutoFit/>
          </a:bodyPr>
          <a:lstStyle/>
          <a:p>
            <a:r>
              <a:rPr lang="en-IN" sz="1800" b="1" i="1" u="none" strike="noStrike" baseline="0" dirty="0">
                <a:solidFill>
                  <a:srgbClr val="000000"/>
                </a:solidFill>
                <a:latin typeface="Cambria" panose="02040503050406030204" pitchFamily="18" charset="0"/>
              </a:rPr>
              <a:t>2. System Design </a:t>
            </a:r>
          </a:p>
          <a:p>
            <a:endParaRPr lang="en-IN" sz="1800" b="0" i="0" u="none" strike="noStrike" baseline="0" dirty="0">
              <a:solidFill>
                <a:srgbClr val="000000"/>
              </a:solidFill>
              <a:latin typeface="Cambria" panose="02040503050406030204" pitchFamily="18" charset="0"/>
            </a:endParaRPr>
          </a:p>
          <a:p>
            <a:r>
              <a:rPr lang="en-US" sz="1800" b="0" i="0" u="none" strike="noStrike" baseline="0" dirty="0">
                <a:solidFill>
                  <a:srgbClr val="000000"/>
                </a:solidFill>
                <a:latin typeface="Source Sans 3" panose="020B0604020202020204" charset="0"/>
              </a:rPr>
              <a:t>During the design phase, the overall structure of the system was planned. UML diagrams such as </a:t>
            </a:r>
            <a:r>
              <a:rPr lang="en-US" sz="1800" b="1" i="0" u="none" strike="noStrike" baseline="0" dirty="0">
                <a:solidFill>
                  <a:srgbClr val="000000"/>
                </a:solidFill>
                <a:latin typeface="Source Sans 3" panose="020B0604020202020204" charset="0"/>
              </a:rPr>
              <a:t>Use Case Diagrams, Activity Diagrams, and Data Models </a:t>
            </a:r>
            <a:r>
              <a:rPr lang="en-US" sz="1800" b="0" i="0" u="none" strike="noStrike" baseline="0" dirty="0">
                <a:solidFill>
                  <a:srgbClr val="000000"/>
                </a:solidFill>
                <a:latin typeface="Source Sans 3" panose="020B0604020202020204" charset="0"/>
              </a:rPr>
              <a:t>were created to represent the system architecture and interaction between components. The database structure was also designed using MongoDB collections. </a:t>
            </a:r>
            <a:endParaRPr lang="en-IN" dirty="0">
              <a:latin typeface="Source Sans 3" panose="020B0604020202020204" charset="0"/>
            </a:endParaRPr>
          </a:p>
        </p:txBody>
      </p:sp>
      <p:sp>
        <p:nvSpPr>
          <p:cNvPr id="9" name="TextBox 8">
            <a:extLst>
              <a:ext uri="{FF2B5EF4-FFF2-40B4-BE49-F238E27FC236}">
                <a16:creationId xmlns:a16="http://schemas.microsoft.com/office/drawing/2014/main" id="{3C047835-9715-500F-EDEE-858F12817AE2}"/>
              </a:ext>
            </a:extLst>
          </p:cNvPr>
          <p:cNvSpPr txBox="1"/>
          <p:nvPr/>
        </p:nvSpPr>
        <p:spPr>
          <a:xfrm>
            <a:off x="522661" y="3932688"/>
            <a:ext cx="13100859" cy="1477328"/>
          </a:xfrm>
          <a:prstGeom prst="rect">
            <a:avLst/>
          </a:prstGeom>
          <a:noFill/>
        </p:spPr>
        <p:txBody>
          <a:bodyPr wrap="square">
            <a:spAutoFit/>
          </a:bodyPr>
          <a:lstStyle/>
          <a:p>
            <a:r>
              <a:rPr lang="en-IN" sz="1800" b="1" i="1" u="none" strike="noStrike" baseline="0" dirty="0">
                <a:solidFill>
                  <a:srgbClr val="000000"/>
                </a:solidFill>
                <a:latin typeface="Cambria" panose="02040503050406030204" pitchFamily="18" charset="0"/>
              </a:rPr>
              <a:t>3. Implementation </a:t>
            </a:r>
          </a:p>
          <a:p>
            <a:endParaRPr lang="en-IN" sz="1800" b="0" i="0" u="none" strike="noStrike" baseline="0" dirty="0">
              <a:solidFill>
                <a:srgbClr val="000000"/>
              </a:solidFill>
              <a:latin typeface="Cambria" panose="02040503050406030204" pitchFamily="18" charset="0"/>
            </a:endParaRPr>
          </a:p>
          <a:p>
            <a:r>
              <a:rPr lang="en-US" sz="1800" b="0" i="0" u="none" strike="noStrike" baseline="0" dirty="0">
                <a:solidFill>
                  <a:srgbClr val="000000"/>
                </a:solidFill>
                <a:latin typeface="Source Sans 3" panose="020B0604020202020204" charset="0"/>
              </a:rPr>
              <a:t>In this phase, the actual development of the system took place. The project was implemented using the </a:t>
            </a:r>
            <a:r>
              <a:rPr lang="en-US" sz="1800" b="1" i="0" u="none" strike="noStrike" baseline="0" dirty="0">
                <a:solidFill>
                  <a:srgbClr val="000000"/>
                </a:solidFill>
                <a:latin typeface="Source Sans 3" panose="020B0604020202020204" charset="0"/>
              </a:rPr>
              <a:t>MERN stack (MongoDB, Express.js, React.js, Node.js)</a:t>
            </a:r>
            <a:r>
              <a:rPr lang="en-US" sz="1800" b="0" i="0" u="none" strike="noStrike" baseline="0" dirty="0">
                <a:solidFill>
                  <a:srgbClr val="000000"/>
                </a:solidFill>
                <a:latin typeface="Source Sans 3" panose="020B0604020202020204" charset="0"/>
              </a:rPr>
              <a:t>. Frontend interfaces were developed using React, while backend APIs were implemented using Node.js and Express.js to handle authentication, package management, and booking operations.</a:t>
            </a:r>
            <a:r>
              <a:rPr lang="en-US" sz="1800" b="0" i="0" u="none" strike="noStrike" baseline="0" dirty="0">
                <a:solidFill>
                  <a:srgbClr val="000000"/>
                </a:solidFill>
                <a:latin typeface="Cambria" panose="02040503050406030204" pitchFamily="18" charset="0"/>
              </a:rPr>
              <a:t> </a:t>
            </a:r>
            <a:endParaRPr lang="en-IN" dirty="0"/>
          </a:p>
        </p:txBody>
      </p:sp>
      <p:sp>
        <p:nvSpPr>
          <p:cNvPr id="11" name="TextBox 10">
            <a:extLst>
              <a:ext uri="{FF2B5EF4-FFF2-40B4-BE49-F238E27FC236}">
                <a16:creationId xmlns:a16="http://schemas.microsoft.com/office/drawing/2014/main" id="{2FAD64F6-A964-3A26-A8D3-2CCFD2F6B87E}"/>
              </a:ext>
            </a:extLst>
          </p:cNvPr>
          <p:cNvSpPr txBox="1"/>
          <p:nvPr/>
        </p:nvSpPr>
        <p:spPr>
          <a:xfrm>
            <a:off x="581893" y="5533292"/>
            <a:ext cx="13084230" cy="1200329"/>
          </a:xfrm>
          <a:prstGeom prst="rect">
            <a:avLst/>
          </a:prstGeom>
          <a:noFill/>
        </p:spPr>
        <p:txBody>
          <a:bodyPr wrap="square">
            <a:spAutoFit/>
          </a:bodyPr>
          <a:lstStyle/>
          <a:p>
            <a:r>
              <a:rPr lang="en-IN" sz="1800" b="1" i="1" u="none" strike="noStrike" baseline="0" dirty="0">
                <a:solidFill>
                  <a:srgbClr val="000000"/>
                </a:solidFill>
                <a:latin typeface="Cambria" panose="02040503050406030204" pitchFamily="18" charset="0"/>
              </a:rPr>
              <a:t>4. Testing </a:t>
            </a:r>
            <a:endParaRPr lang="en-IN" b="1" i="1" dirty="0">
              <a:solidFill>
                <a:srgbClr val="000000"/>
              </a:solidFill>
              <a:latin typeface="Cambria" panose="02040503050406030204" pitchFamily="18" charset="0"/>
            </a:endParaRPr>
          </a:p>
          <a:p>
            <a:endParaRPr lang="en-IN" sz="1800" b="0" i="0" u="none" strike="noStrike" baseline="0" dirty="0">
              <a:solidFill>
                <a:srgbClr val="000000"/>
              </a:solidFill>
              <a:latin typeface="Cambria" panose="02040503050406030204" pitchFamily="18" charset="0"/>
            </a:endParaRPr>
          </a:p>
          <a:p>
            <a:r>
              <a:rPr lang="en-US" sz="1800" b="0" i="0" u="none" strike="noStrike" baseline="0" dirty="0">
                <a:solidFill>
                  <a:srgbClr val="000000"/>
                </a:solidFill>
                <a:latin typeface="Source Sans 3" panose="020B0604020202020204" charset="0"/>
              </a:rPr>
              <a:t>After implementation, the system was tested to ensure all functionalities worked correctly. Testing included checking user authentication, booking validation, package display, and database operations to verify that the system behaved as expected. </a:t>
            </a:r>
            <a:endParaRPr lang="en-IN" dirty="0">
              <a:latin typeface="Source Sans 3" panose="020B0604020202020204" charset="0"/>
            </a:endParaRPr>
          </a:p>
        </p:txBody>
      </p:sp>
      <p:sp>
        <p:nvSpPr>
          <p:cNvPr id="13" name="TextBox 12">
            <a:extLst>
              <a:ext uri="{FF2B5EF4-FFF2-40B4-BE49-F238E27FC236}">
                <a16:creationId xmlns:a16="http://schemas.microsoft.com/office/drawing/2014/main" id="{279C2DCA-A661-6687-0B77-1D54F9AB29A5}"/>
              </a:ext>
            </a:extLst>
          </p:cNvPr>
          <p:cNvSpPr txBox="1"/>
          <p:nvPr/>
        </p:nvSpPr>
        <p:spPr>
          <a:xfrm>
            <a:off x="446811" y="6976026"/>
            <a:ext cx="13084230" cy="1200329"/>
          </a:xfrm>
          <a:prstGeom prst="rect">
            <a:avLst/>
          </a:prstGeom>
          <a:noFill/>
        </p:spPr>
        <p:txBody>
          <a:bodyPr wrap="square">
            <a:spAutoFit/>
          </a:bodyPr>
          <a:lstStyle/>
          <a:p>
            <a:r>
              <a:rPr lang="en-IN" sz="1800" b="1" i="1" u="none" strike="noStrike" baseline="0" dirty="0">
                <a:solidFill>
                  <a:srgbClr val="000000"/>
                </a:solidFill>
                <a:latin typeface="Cambria" panose="02040503050406030204" pitchFamily="18" charset="0"/>
              </a:rPr>
              <a:t>5. Deployment and Maintenance </a:t>
            </a:r>
          </a:p>
          <a:p>
            <a:endParaRPr lang="en-IN" sz="1800" b="0" i="0" u="none" strike="noStrike" baseline="0" dirty="0">
              <a:solidFill>
                <a:srgbClr val="000000"/>
              </a:solidFill>
              <a:latin typeface="Cambria" panose="02040503050406030204" pitchFamily="18" charset="0"/>
            </a:endParaRPr>
          </a:p>
          <a:p>
            <a:r>
              <a:rPr lang="en-US" sz="1800" b="0" i="0" u="none" strike="noStrike" baseline="0" dirty="0">
                <a:solidFill>
                  <a:srgbClr val="000000"/>
                </a:solidFill>
                <a:latin typeface="Source Sans 3" panose="020B0604020202020204" charset="0"/>
              </a:rPr>
              <a:t>In the final phase, the application was executed and demonstrated as a complete working system. Any minor errors discovered during testing were corrected to improve system performance and reliability. </a:t>
            </a:r>
            <a:endParaRPr lang="en-IN" dirty="0">
              <a:latin typeface="Source Sans 3" panose="020B0604020202020204" charset="0"/>
            </a:endParaRPr>
          </a:p>
        </p:txBody>
      </p:sp>
      <p:sp>
        <p:nvSpPr>
          <p:cNvPr id="2" name="Rectangle 1">
            <a:extLst>
              <a:ext uri="{FF2B5EF4-FFF2-40B4-BE49-F238E27FC236}">
                <a16:creationId xmlns:a16="http://schemas.microsoft.com/office/drawing/2014/main" id="{F9B20E6E-AB86-B628-8ACC-8257E121FBC0}"/>
              </a:ext>
            </a:extLst>
          </p:cNvPr>
          <p:cNvSpPr/>
          <p:nvPr/>
        </p:nvSpPr>
        <p:spPr>
          <a:xfrm>
            <a:off x="12749645" y="7793182"/>
            <a:ext cx="1747751" cy="32360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7240442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E244A17-90DC-CE8D-C8DE-0D951835D69E}"/>
              </a:ext>
            </a:extLst>
          </p:cNvPr>
          <p:cNvSpPr txBox="1"/>
          <p:nvPr/>
        </p:nvSpPr>
        <p:spPr>
          <a:xfrm>
            <a:off x="3657600" y="405537"/>
            <a:ext cx="7315200" cy="461665"/>
          </a:xfrm>
          <a:prstGeom prst="rect">
            <a:avLst/>
          </a:prstGeom>
          <a:noFill/>
        </p:spPr>
        <p:txBody>
          <a:bodyPr wrap="square">
            <a:spAutoFit/>
          </a:bodyPr>
          <a:lstStyle/>
          <a:p>
            <a:pPr algn="ctr"/>
            <a:r>
              <a:rPr lang="en-IN" sz="2400" b="1" i="0" u="none" strike="noStrike" baseline="0" dirty="0">
                <a:solidFill>
                  <a:srgbClr val="000000"/>
                </a:solidFill>
              </a:rPr>
              <a:t>CONSEPTUAL DESIGN </a:t>
            </a:r>
            <a:endParaRPr lang="en-IN" sz="2400" b="1" dirty="0"/>
          </a:p>
        </p:txBody>
      </p:sp>
      <p:sp>
        <p:nvSpPr>
          <p:cNvPr id="5" name="TextBox 4">
            <a:extLst>
              <a:ext uri="{FF2B5EF4-FFF2-40B4-BE49-F238E27FC236}">
                <a16:creationId xmlns:a16="http://schemas.microsoft.com/office/drawing/2014/main" id="{E9AAD400-4D66-A616-D3CC-5BF5B171B37D}"/>
              </a:ext>
            </a:extLst>
          </p:cNvPr>
          <p:cNvSpPr txBox="1"/>
          <p:nvPr/>
        </p:nvSpPr>
        <p:spPr>
          <a:xfrm>
            <a:off x="2294312" y="1262780"/>
            <a:ext cx="7315200" cy="1015663"/>
          </a:xfrm>
          <a:prstGeom prst="rect">
            <a:avLst/>
          </a:prstGeom>
          <a:noFill/>
        </p:spPr>
        <p:txBody>
          <a:bodyPr wrap="square">
            <a:spAutoFit/>
          </a:bodyPr>
          <a:lstStyle/>
          <a:p>
            <a:endParaRPr lang="en-IN" sz="2400" b="0" i="0" u="none" strike="noStrike" baseline="0" dirty="0">
              <a:solidFill>
                <a:srgbClr val="000000"/>
              </a:solidFill>
              <a:latin typeface="Calibri" panose="020F0502020204030204" pitchFamily="34" charset="0"/>
            </a:endParaRPr>
          </a:p>
          <a:p>
            <a:pPr marL="285750" indent="-285750">
              <a:buFont typeface="Wingdings" panose="05000000000000000000" pitchFamily="2" charset="2"/>
              <a:buChar char="v"/>
            </a:pPr>
            <a:r>
              <a:rPr lang="en-IN" sz="1800" b="0" i="0" u="none" strike="noStrike" baseline="0" dirty="0">
                <a:solidFill>
                  <a:srgbClr val="000000"/>
                </a:solidFill>
                <a:latin typeface="Calibri" panose="020F0502020204030204" pitchFamily="34" charset="0"/>
              </a:rPr>
              <a:t> User </a:t>
            </a:r>
          </a:p>
          <a:p>
            <a:pPr marL="285750" indent="-285750">
              <a:buFont typeface="Wingdings" panose="05000000000000000000" pitchFamily="2" charset="2"/>
              <a:buChar char="v"/>
            </a:pPr>
            <a:r>
              <a:rPr lang="en-IN" sz="1800" b="0" i="0" u="none" strike="noStrike" baseline="0" dirty="0">
                <a:solidFill>
                  <a:srgbClr val="000000"/>
                </a:solidFill>
                <a:latin typeface="Calibri" panose="020F0502020204030204" pitchFamily="34" charset="0"/>
              </a:rPr>
              <a:t> Admin </a:t>
            </a:r>
            <a:endParaRPr lang="en-IN" dirty="0"/>
          </a:p>
        </p:txBody>
      </p:sp>
      <p:sp>
        <p:nvSpPr>
          <p:cNvPr id="7" name="TextBox 6">
            <a:extLst>
              <a:ext uri="{FF2B5EF4-FFF2-40B4-BE49-F238E27FC236}">
                <a16:creationId xmlns:a16="http://schemas.microsoft.com/office/drawing/2014/main" id="{D2B7825C-5914-CC1E-58D8-F896A33B1E34}"/>
              </a:ext>
            </a:extLst>
          </p:cNvPr>
          <p:cNvSpPr txBox="1"/>
          <p:nvPr/>
        </p:nvSpPr>
        <p:spPr>
          <a:xfrm>
            <a:off x="2294312" y="1262780"/>
            <a:ext cx="7315200" cy="400110"/>
          </a:xfrm>
          <a:prstGeom prst="rect">
            <a:avLst/>
          </a:prstGeom>
          <a:noFill/>
        </p:spPr>
        <p:txBody>
          <a:bodyPr wrap="square">
            <a:spAutoFit/>
          </a:bodyPr>
          <a:lstStyle/>
          <a:p>
            <a:r>
              <a:rPr lang="en-IN" sz="2000" b="1" i="0" u="none" strike="noStrike" baseline="0" dirty="0">
                <a:solidFill>
                  <a:srgbClr val="000000"/>
                </a:solidFill>
                <a:latin typeface="Calibri" panose="020F0502020204030204" pitchFamily="34" charset="0"/>
              </a:rPr>
              <a:t>Actors :</a:t>
            </a:r>
          </a:p>
        </p:txBody>
      </p:sp>
      <p:sp>
        <p:nvSpPr>
          <p:cNvPr id="9" name="TextBox 8">
            <a:extLst>
              <a:ext uri="{FF2B5EF4-FFF2-40B4-BE49-F238E27FC236}">
                <a16:creationId xmlns:a16="http://schemas.microsoft.com/office/drawing/2014/main" id="{2013A829-ACF5-3059-DEFD-932FB021B2CC}"/>
              </a:ext>
            </a:extLst>
          </p:cNvPr>
          <p:cNvSpPr txBox="1"/>
          <p:nvPr/>
        </p:nvSpPr>
        <p:spPr>
          <a:xfrm>
            <a:off x="3657600" y="2489355"/>
            <a:ext cx="7315200" cy="461665"/>
          </a:xfrm>
          <a:prstGeom prst="rect">
            <a:avLst/>
          </a:prstGeom>
          <a:noFill/>
        </p:spPr>
        <p:txBody>
          <a:bodyPr wrap="square">
            <a:spAutoFit/>
          </a:bodyPr>
          <a:lstStyle/>
          <a:p>
            <a:pPr algn="ctr"/>
            <a:r>
              <a:rPr lang="en-IN" sz="2400" b="1" i="0" u="none" strike="noStrike" baseline="0" dirty="0">
                <a:solidFill>
                  <a:srgbClr val="000000"/>
                </a:solidFill>
              </a:rPr>
              <a:t>User : </a:t>
            </a:r>
            <a:endParaRPr lang="en-IN" sz="2400" b="1" dirty="0"/>
          </a:p>
        </p:txBody>
      </p:sp>
      <p:pic>
        <p:nvPicPr>
          <p:cNvPr id="2" name="Image 47">
            <a:extLst>
              <a:ext uri="{FF2B5EF4-FFF2-40B4-BE49-F238E27FC236}">
                <a16:creationId xmlns:a16="http://schemas.microsoft.com/office/drawing/2014/main" id="{A7F9D9C3-CB3C-710F-AD21-5744A13DF33A}"/>
              </a:ext>
            </a:extLst>
          </p:cNvPr>
          <p:cNvPicPr/>
          <p:nvPr/>
        </p:nvPicPr>
        <p:blipFill>
          <a:blip r:embed="rId2" cstate="print"/>
          <a:stretch>
            <a:fillRect/>
          </a:stretch>
        </p:blipFill>
        <p:spPr>
          <a:xfrm>
            <a:off x="2483428" y="3120368"/>
            <a:ext cx="8778239" cy="4873042"/>
          </a:xfrm>
          <a:prstGeom prst="rect">
            <a:avLst/>
          </a:prstGeom>
        </p:spPr>
      </p:pic>
      <p:pic>
        <p:nvPicPr>
          <p:cNvPr id="6" name="Picture 5">
            <a:extLst>
              <a:ext uri="{FF2B5EF4-FFF2-40B4-BE49-F238E27FC236}">
                <a16:creationId xmlns:a16="http://schemas.microsoft.com/office/drawing/2014/main" id="{7D3CE89A-09BC-D995-CD7F-20C15D02215E}"/>
              </a:ext>
            </a:extLst>
          </p:cNvPr>
          <p:cNvPicPr>
            <a:picLocks noChangeAspect="1"/>
          </p:cNvPicPr>
          <p:nvPr/>
        </p:nvPicPr>
        <p:blipFill>
          <a:blip r:embed="rId3"/>
          <a:stretch>
            <a:fillRect/>
          </a:stretch>
        </p:blipFill>
        <p:spPr>
          <a:xfrm>
            <a:off x="12533600" y="7568045"/>
            <a:ext cx="1990725" cy="533400"/>
          </a:xfrm>
          <a:prstGeom prst="rect">
            <a:avLst/>
          </a:prstGeom>
        </p:spPr>
      </p:pic>
    </p:spTree>
    <p:extLst>
      <p:ext uri="{BB962C8B-B14F-4D97-AF65-F5344CB8AC3E}">
        <p14:creationId xmlns:p14="http://schemas.microsoft.com/office/powerpoint/2010/main" val="429650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27DBBCA-659A-4875-8DE4-87E7FE06B07C}"/>
              </a:ext>
            </a:extLst>
          </p:cNvPr>
          <p:cNvSpPr txBox="1"/>
          <p:nvPr/>
        </p:nvSpPr>
        <p:spPr>
          <a:xfrm>
            <a:off x="3657600" y="538541"/>
            <a:ext cx="7315200" cy="461665"/>
          </a:xfrm>
          <a:prstGeom prst="rect">
            <a:avLst/>
          </a:prstGeom>
          <a:noFill/>
        </p:spPr>
        <p:txBody>
          <a:bodyPr wrap="square">
            <a:spAutoFit/>
          </a:bodyPr>
          <a:lstStyle/>
          <a:p>
            <a:pPr algn="ctr"/>
            <a:r>
              <a:rPr lang="en-IN" sz="2400" b="1" i="0" u="none" strike="noStrike" baseline="0" dirty="0">
                <a:solidFill>
                  <a:srgbClr val="000000"/>
                </a:solidFill>
                <a:latin typeface="Calibri" panose="020F0502020204030204" pitchFamily="34" charset="0"/>
              </a:rPr>
              <a:t>Admin : </a:t>
            </a:r>
            <a:endParaRPr lang="en-IN" sz="2400" b="1" dirty="0"/>
          </a:p>
        </p:txBody>
      </p:sp>
      <p:pic>
        <p:nvPicPr>
          <p:cNvPr id="6" name="Image 51">
            <a:extLst>
              <a:ext uri="{FF2B5EF4-FFF2-40B4-BE49-F238E27FC236}">
                <a16:creationId xmlns:a16="http://schemas.microsoft.com/office/drawing/2014/main" id="{DCF7471D-D11F-2809-09D3-ED29425869CA}"/>
              </a:ext>
            </a:extLst>
          </p:cNvPr>
          <p:cNvPicPr/>
          <p:nvPr/>
        </p:nvPicPr>
        <p:blipFill>
          <a:blip r:embed="rId2" cstate="print"/>
          <a:stretch>
            <a:fillRect/>
          </a:stretch>
        </p:blipFill>
        <p:spPr>
          <a:xfrm>
            <a:off x="2313547" y="1479666"/>
            <a:ext cx="9656780" cy="5623252"/>
          </a:xfrm>
          <a:prstGeom prst="rect">
            <a:avLst/>
          </a:prstGeom>
        </p:spPr>
      </p:pic>
      <p:pic>
        <p:nvPicPr>
          <p:cNvPr id="4" name="Picture 3">
            <a:extLst>
              <a:ext uri="{FF2B5EF4-FFF2-40B4-BE49-F238E27FC236}">
                <a16:creationId xmlns:a16="http://schemas.microsoft.com/office/drawing/2014/main" id="{8749D333-BDEC-6143-D75C-77913CC74463}"/>
              </a:ext>
            </a:extLst>
          </p:cNvPr>
          <p:cNvPicPr>
            <a:picLocks noChangeAspect="1"/>
          </p:cNvPicPr>
          <p:nvPr/>
        </p:nvPicPr>
        <p:blipFill>
          <a:blip r:embed="rId3"/>
          <a:stretch>
            <a:fillRect/>
          </a:stretch>
        </p:blipFill>
        <p:spPr>
          <a:xfrm>
            <a:off x="12639675" y="7557654"/>
            <a:ext cx="1990725" cy="533400"/>
          </a:xfrm>
          <a:prstGeom prst="rect">
            <a:avLst/>
          </a:prstGeom>
        </p:spPr>
      </p:pic>
    </p:spTree>
    <p:extLst>
      <p:ext uri="{BB962C8B-B14F-4D97-AF65-F5344CB8AC3E}">
        <p14:creationId xmlns:p14="http://schemas.microsoft.com/office/powerpoint/2010/main" val="16502844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A1813B7-ABA8-2D4A-3817-9AAF44A12FCE}"/>
              </a:ext>
            </a:extLst>
          </p:cNvPr>
          <p:cNvSpPr txBox="1"/>
          <p:nvPr/>
        </p:nvSpPr>
        <p:spPr>
          <a:xfrm>
            <a:off x="3657600" y="189407"/>
            <a:ext cx="7315200" cy="523220"/>
          </a:xfrm>
          <a:prstGeom prst="rect">
            <a:avLst/>
          </a:prstGeom>
          <a:noFill/>
        </p:spPr>
        <p:txBody>
          <a:bodyPr wrap="square">
            <a:spAutoFit/>
          </a:bodyPr>
          <a:lstStyle/>
          <a:p>
            <a:pPr algn="ctr"/>
            <a:r>
              <a:rPr lang="en-US" sz="2800" b="1" spc="-10" dirty="0">
                <a:effectLst/>
                <a:latin typeface="Cambria" panose="02040503050406030204" pitchFamily="18" charset="0"/>
                <a:ea typeface="Cambria" panose="02040503050406030204" pitchFamily="18" charset="0"/>
                <a:cs typeface="Cambria" panose="02040503050406030204" pitchFamily="18" charset="0"/>
              </a:rPr>
              <a:t>Activity</a:t>
            </a:r>
            <a:r>
              <a:rPr lang="en-US" sz="2800" b="1" spc="-60" dirty="0">
                <a:effectLst/>
                <a:latin typeface="Cambria" panose="02040503050406030204" pitchFamily="18" charset="0"/>
                <a:ea typeface="Cambria" panose="02040503050406030204" pitchFamily="18" charset="0"/>
                <a:cs typeface="Cambria" panose="02040503050406030204" pitchFamily="18" charset="0"/>
              </a:rPr>
              <a:t> </a:t>
            </a:r>
            <a:r>
              <a:rPr lang="en-US" sz="2800" b="1" spc="-10" dirty="0">
                <a:effectLst/>
                <a:latin typeface="Cambria" panose="02040503050406030204" pitchFamily="18" charset="0"/>
                <a:ea typeface="Cambria" panose="02040503050406030204" pitchFamily="18" charset="0"/>
                <a:cs typeface="Cambria" panose="02040503050406030204" pitchFamily="18" charset="0"/>
              </a:rPr>
              <a:t>Diagram</a:t>
            </a:r>
            <a:r>
              <a:rPr lang="en-US" sz="2800" b="1" spc="-45" dirty="0">
                <a:effectLst/>
                <a:latin typeface="Cambria" panose="02040503050406030204" pitchFamily="18" charset="0"/>
                <a:ea typeface="Cambria" panose="02040503050406030204" pitchFamily="18" charset="0"/>
                <a:cs typeface="Cambria" panose="02040503050406030204" pitchFamily="18" charset="0"/>
              </a:rPr>
              <a:t> </a:t>
            </a:r>
            <a:r>
              <a:rPr lang="en-US" sz="2800" b="1" spc="-50" dirty="0">
                <a:effectLst/>
                <a:latin typeface="Cambria" panose="02040503050406030204" pitchFamily="18" charset="0"/>
                <a:ea typeface="Cambria" panose="02040503050406030204" pitchFamily="18" charset="0"/>
                <a:cs typeface="Cambria" panose="02040503050406030204" pitchFamily="18" charset="0"/>
              </a:rPr>
              <a:t>:</a:t>
            </a:r>
            <a:endParaRPr lang="en-IN" sz="2800" b="1" dirty="0"/>
          </a:p>
        </p:txBody>
      </p:sp>
      <p:sp>
        <p:nvSpPr>
          <p:cNvPr id="5" name="TextBox 4">
            <a:extLst>
              <a:ext uri="{FF2B5EF4-FFF2-40B4-BE49-F238E27FC236}">
                <a16:creationId xmlns:a16="http://schemas.microsoft.com/office/drawing/2014/main" id="{1A88FE2D-F703-0FA6-7A3B-F2DE1784BCD8}"/>
              </a:ext>
            </a:extLst>
          </p:cNvPr>
          <p:cNvSpPr txBox="1"/>
          <p:nvPr/>
        </p:nvSpPr>
        <p:spPr>
          <a:xfrm>
            <a:off x="3108959" y="712627"/>
            <a:ext cx="7315200" cy="461665"/>
          </a:xfrm>
          <a:prstGeom prst="rect">
            <a:avLst/>
          </a:prstGeom>
          <a:noFill/>
        </p:spPr>
        <p:txBody>
          <a:bodyPr wrap="square">
            <a:spAutoFit/>
          </a:bodyPr>
          <a:lstStyle/>
          <a:p>
            <a:pPr lvl="2" algn="ctr">
              <a:spcBef>
                <a:spcPts val="1745"/>
              </a:spcBef>
              <a:tabLst>
                <a:tab pos="736600" algn="l"/>
              </a:tabLst>
            </a:pPr>
            <a:r>
              <a:rPr lang="en-US" sz="2400" i="1" spc="-5" dirty="0">
                <a:effectLst/>
                <a:latin typeface="Cambria" panose="02040503050406030204" pitchFamily="18" charset="0"/>
                <a:ea typeface="Cambria" panose="02040503050406030204" pitchFamily="18" charset="0"/>
                <a:cs typeface="Cambria" panose="02040503050406030204" pitchFamily="18" charset="0"/>
              </a:rPr>
              <a:t>Activity</a:t>
            </a:r>
            <a:r>
              <a:rPr lang="en-US" sz="2400" i="1" spc="-40" dirty="0">
                <a:effectLst/>
                <a:latin typeface="Cambria" panose="02040503050406030204" pitchFamily="18" charset="0"/>
                <a:ea typeface="Cambria" panose="02040503050406030204" pitchFamily="18" charset="0"/>
                <a:cs typeface="Cambria" panose="02040503050406030204" pitchFamily="18" charset="0"/>
              </a:rPr>
              <a:t> </a:t>
            </a:r>
            <a:r>
              <a:rPr lang="en-US" sz="2400" i="1" spc="-5" dirty="0">
                <a:effectLst/>
                <a:latin typeface="Cambria" panose="02040503050406030204" pitchFamily="18" charset="0"/>
                <a:ea typeface="Cambria" panose="02040503050406030204" pitchFamily="18" charset="0"/>
                <a:cs typeface="Cambria" panose="02040503050406030204" pitchFamily="18" charset="0"/>
              </a:rPr>
              <a:t>Diagram</a:t>
            </a:r>
            <a:r>
              <a:rPr lang="en-US" sz="2400" i="1" spc="-25" dirty="0">
                <a:effectLst/>
                <a:latin typeface="Cambria" panose="02040503050406030204" pitchFamily="18" charset="0"/>
                <a:ea typeface="Cambria" panose="02040503050406030204" pitchFamily="18" charset="0"/>
                <a:cs typeface="Cambria" panose="02040503050406030204" pitchFamily="18" charset="0"/>
              </a:rPr>
              <a:t> </a:t>
            </a:r>
            <a:r>
              <a:rPr lang="en-US" sz="2400" i="1" spc="-5" dirty="0">
                <a:effectLst/>
                <a:latin typeface="Cambria" panose="02040503050406030204" pitchFamily="18" charset="0"/>
                <a:ea typeface="Cambria" panose="02040503050406030204" pitchFamily="18" charset="0"/>
                <a:cs typeface="Cambria" panose="02040503050406030204" pitchFamily="18" charset="0"/>
              </a:rPr>
              <a:t>for</a:t>
            </a:r>
            <a:r>
              <a:rPr lang="en-US" sz="2400" i="1" spc="-20" dirty="0">
                <a:effectLst/>
                <a:latin typeface="Cambria" panose="02040503050406030204" pitchFamily="18" charset="0"/>
                <a:ea typeface="Cambria" panose="02040503050406030204" pitchFamily="18" charset="0"/>
                <a:cs typeface="Cambria" panose="02040503050406030204" pitchFamily="18" charset="0"/>
              </a:rPr>
              <a:t> </a:t>
            </a:r>
            <a:r>
              <a:rPr lang="en-US" sz="2400" i="1" spc="-5" dirty="0">
                <a:effectLst/>
                <a:latin typeface="Cambria" panose="02040503050406030204" pitchFamily="18" charset="0"/>
                <a:ea typeface="Cambria" panose="02040503050406030204" pitchFamily="18" charset="0"/>
                <a:cs typeface="Cambria" panose="02040503050406030204" pitchFamily="18" charset="0"/>
              </a:rPr>
              <a:t>Login</a:t>
            </a:r>
            <a:r>
              <a:rPr lang="en-US" sz="2400" i="1" spc="-25" dirty="0">
                <a:effectLst/>
                <a:latin typeface="Cambria" panose="02040503050406030204" pitchFamily="18" charset="0"/>
                <a:ea typeface="Cambria" panose="02040503050406030204" pitchFamily="18" charset="0"/>
                <a:cs typeface="Cambria" panose="02040503050406030204" pitchFamily="18" charset="0"/>
              </a:rPr>
              <a:t> </a:t>
            </a:r>
            <a:r>
              <a:rPr lang="en-US" sz="2400" i="1" spc="-5" dirty="0">
                <a:effectLst/>
                <a:latin typeface="Cambria" panose="02040503050406030204" pitchFamily="18" charset="0"/>
                <a:ea typeface="Cambria" panose="02040503050406030204" pitchFamily="18" charset="0"/>
                <a:cs typeface="Cambria" panose="02040503050406030204" pitchFamily="18" charset="0"/>
              </a:rPr>
              <a:t>/</a:t>
            </a:r>
            <a:r>
              <a:rPr lang="en-US" sz="2400" i="1" spc="-25" dirty="0">
                <a:effectLst/>
                <a:latin typeface="Cambria" panose="02040503050406030204" pitchFamily="18" charset="0"/>
                <a:ea typeface="Cambria" panose="02040503050406030204" pitchFamily="18" charset="0"/>
                <a:cs typeface="Cambria" panose="02040503050406030204" pitchFamily="18" charset="0"/>
              </a:rPr>
              <a:t> </a:t>
            </a:r>
            <a:r>
              <a:rPr lang="en-US" sz="2400" i="1" spc="-5" dirty="0">
                <a:effectLst/>
                <a:latin typeface="Cambria" panose="02040503050406030204" pitchFamily="18" charset="0"/>
                <a:ea typeface="Cambria" panose="02040503050406030204" pitchFamily="18" charset="0"/>
                <a:cs typeface="Cambria" panose="02040503050406030204" pitchFamily="18" charset="0"/>
              </a:rPr>
              <a:t>Registration</a:t>
            </a:r>
            <a:r>
              <a:rPr lang="en-US" sz="2400" i="1" spc="-20" dirty="0">
                <a:effectLst/>
                <a:latin typeface="Cambria" panose="02040503050406030204" pitchFamily="18" charset="0"/>
                <a:ea typeface="Cambria" panose="02040503050406030204" pitchFamily="18" charset="0"/>
                <a:cs typeface="Cambria" panose="02040503050406030204" pitchFamily="18" charset="0"/>
              </a:rPr>
              <a:t> </a:t>
            </a:r>
            <a:r>
              <a:rPr lang="en-US" sz="2400" i="1" spc="-50" dirty="0">
                <a:effectLst/>
                <a:latin typeface="Cambria" panose="02040503050406030204" pitchFamily="18" charset="0"/>
                <a:ea typeface="Cambria" panose="02040503050406030204" pitchFamily="18" charset="0"/>
                <a:cs typeface="Cambria" panose="02040503050406030204" pitchFamily="18" charset="0"/>
              </a:rPr>
              <a:t>:</a:t>
            </a:r>
            <a:endParaRPr lang="en-IN" sz="2400" i="1" spc="-5" dirty="0">
              <a:effectLst/>
              <a:latin typeface="Cambria" panose="02040503050406030204" pitchFamily="18" charset="0"/>
              <a:ea typeface="Cambria" panose="02040503050406030204" pitchFamily="18" charset="0"/>
              <a:cs typeface="Cambria" panose="02040503050406030204" pitchFamily="18" charset="0"/>
            </a:endParaRPr>
          </a:p>
        </p:txBody>
      </p:sp>
      <p:pic>
        <p:nvPicPr>
          <p:cNvPr id="6" name="Image 55">
            <a:extLst>
              <a:ext uri="{FF2B5EF4-FFF2-40B4-BE49-F238E27FC236}">
                <a16:creationId xmlns:a16="http://schemas.microsoft.com/office/drawing/2014/main" id="{189EE36B-1035-EF52-FE4A-234B46304146}"/>
              </a:ext>
            </a:extLst>
          </p:cNvPr>
          <p:cNvPicPr/>
          <p:nvPr/>
        </p:nvPicPr>
        <p:blipFill>
          <a:blip r:embed="rId2" cstate="print"/>
          <a:stretch>
            <a:fillRect/>
          </a:stretch>
        </p:blipFill>
        <p:spPr>
          <a:xfrm>
            <a:off x="3241963" y="1363287"/>
            <a:ext cx="6078682" cy="6866313"/>
          </a:xfrm>
          <a:prstGeom prst="rect">
            <a:avLst/>
          </a:prstGeom>
        </p:spPr>
      </p:pic>
      <p:pic>
        <p:nvPicPr>
          <p:cNvPr id="4" name="Picture 3">
            <a:extLst>
              <a:ext uri="{FF2B5EF4-FFF2-40B4-BE49-F238E27FC236}">
                <a16:creationId xmlns:a16="http://schemas.microsoft.com/office/drawing/2014/main" id="{C4717BEE-E6D9-ECB5-3296-EAFD09F3ABCC}"/>
              </a:ext>
            </a:extLst>
          </p:cNvPr>
          <p:cNvPicPr>
            <a:picLocks noChangeAspect="1"/>
          </p:cNvPicPr>
          <p:nvPr/>
        </p:nvPicPr>
        <p:blipFill>
          <a:blip r:embed="rId3"/>
          <a:stretch>
            <a:fillRect/>
          </a:stretch>
        </p:blipFill>
        <p:spPr>
          <a:xfrm>
            <a:off x="12523210" y="7696200"/>
            <a:ext cx="1990725" cy="533400"/>
          </a:xfrm>
          <a:prstGeom prst="rect">
            <a:avLst/>
          </a:prstGeom>
        </p:spPr>
      </p:pic>
    </p:spTree>
    <p:extLst>
      <p:ext uri="{BB962C8B-B14F-4D97-AF65-F5344CB8AC3E}">
        <p14:creationId xmlns:p14="http://schemas.microsoft.com/office/powerpoint/2010/main" val="34239584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9794AC-A05D-9E40-670A-AF1339585137}"/>
              </a:ext>
            </a:extLst>
          </p:cNvPr>
          <p:cNvSpPr txBox="1"/>
          <p:nvPr/>
        </p:nvSpPr>
        <p:spPr>
          <a:xfrm>
            <a:off x="3657600" y="239284"/>
            <a:ext cx="7315200" cy="461665"/>
          </a:xfrm>
          <a:prstGeom prst="rect">
            <a:avLst/>
          </a:prstGeom>
          <a:noFill/>
        </p:spPr>
        <p:txBody>
          <a:bodyPr wrap="square">
            <a:spAutoFit/>
          </a:bodyPr>
          <a:lstStyle/>
          <a:p>
            <a:pPr algn="ctr"/>
            <a:r>
              <a:rPr lang="en-US" sz="2400" dirty="0">
                <a:effectLst/>
                <a:latin typeface="Cambria" panose="02040503050406030204" pitchFamily="18" charset="0"/>
                <a:ea typeface="Cambria" panose="02040503050406030204" pitchFamily="18" charset="0"/>
                <a:cs typeface="Cambria" panose="02040503050406030204" pitchFamily="18" charset="0"/>
              </a:rPr>
              <a:t>Activity</a:t>
            </a:r>
            <a:r>
              <a:rPr lang="en-US" sz="2400" spc="-40" dirty="0">
                <a:effectLst/>
                <a:latin typeface="Cambria" panose="02040503050406030204" pitchFamily="18" charset="0"/>
                <a:ea typeface="Cambria" panose="02040503050406030204" pitchFamily="18" charset="0"/>
                <a:cs typeface="Cambria" panose="02040503050406030204" pitchFamily="18" charset="0"/>
              </a:rPr>
              <a:t> </a:t>
            </a:r>
            <a:r>
              <a:rPr lang="en-US" sz="2400" dirty="0">
                <a:effectLst/>
                <a:latin typeface="Cambria" panose="02040503050406030204" pitchFamily="18" charset="0"/>
                <a:ea typeface="Cambria" panose="02040503050406030204" pitchFamily="18" charset="0"/>
                <a:cs typeface="Cambria" panose="02040503050406030204" pitchFamily="18" charset="0"/>
              </a:rPr>
              <a:t>Diagram</a:t>
            </a:r>
            <a:r>
              <a:rPr lang="en-US" sz="2400" spc="-40" dirty="0">
                <a:effectLst/>
                <a:latin typeface="Cambria" panose="02040503050406030204" pitchFamily="18" charset="0"/>
                <a:ea typeface="Cambria" panose="02040503050406030204" pitchFamily="18" charset="0"/>
                <a:cs typeface="Cambria" panose="02040503050406030204" pitchFamily="18" charset="0"/>
              </a:rPr>
              <a:t> </a:t>
            </a:r>
            <a:r>
              <a:rPr lang="en-US" sz="2400" dirty="0">
                <a:effectLst/>
                <a:latin typeface="Cambria" panose="02040503050406030204" pitchFamily="18" charset="0"/>
                <a:ea typeface="Cambria" panose="02040503050406030204" pitchFamily="18" charset="0"/>
                <a:cs typeface="Cambria" panose="02040503050406030204" pitchFamily="18" charset="0"/>
              </a:rPr>
              <a:t>of</a:t>
            </a:r>
            <a:r>
              <a:rPr lang="en-US" sz="2400" spc="-30" dirty="0">
                <a:effectLst/>
                <a:latin typeface="Cambria" panose="02040503050406030204" pitchFamily="18" charset="0"/>
                <a:ea typeface="Cambria" panose="02040503050406030204" pitchFamily="18" charset="0"/>
                <a:cs typeface="Cambria" panose="02040503050406030204" pitchFamily="18" charset="0"/>
              </a:rPr>
              <a:t> </a:t>
            </a:r>
            <a:r>
              <a:rPr lang="en-US" sz="2400" dirty="0">
                <a:effectLst/>
                <a:latin typeface="Cambria" panose="02040503050406030204" pitchFamily="18" charset="0"/>
                <a:ea typeface="Cambria" panose="02040503050406030204" pitchFamily="18" charset="0"/>
                <a:cs typeface="Cambria" panose="02040503050406030204" pitchFamily="18" charset="0"/>
              </a:rPr>
              <a:t>Browsing</a:t>
            </a:r>
            <a:r>
              <a:rPr lang="en-US" sz="2400" spc="-30" dirty="0">
                <a:effectLst/>
                <a:latin typeface="Cambria" panose="02040503050406030204" pitchFamily="18" charset="0"/>
                <a:ea typeface="Cambria" panose="02040503050406030204" pitchFamily="18" charset="0"/>
                <a:cs typeface="Cambria" panose="02040503050406030204" pitchFamily="18" charset="0"/>
              </a:rPr>
              <a:t> </a:t>
            </a:r>
            <a:r>
              <a:rPr lang="en-US" sz="2400" dirty="0">
                <a:effectLst/>
                <a:latin typeface="Cambria" panose="02040503050406030204" pitchFamily="18" charset="0"/>
                <a:ea typeface="Cambria" panose="02040503050406030204" pitchFamily="18" charset="0"/>
                <a:cs typeface="Cambria" panose="02040503050406030204" pitchFamily="18" charset="0"/>
              </a:rPr>
              <a:t>Package</a:t>
            </a:r>
            <a:r>
              <a:rPr lang="en-US" sz="2400" spc="-30" dirty="0">
                <a:effectLst/>
                <a:latin typeface="Cambria" panose="02040503050406030204" pitchFamily="18" charset="0"/>
                <a:ea typeface="Cambria" panose="02040503050406030204" pitchFamily="18" charset="0"/>
                <a:cs typeface="Cambria" panose="02040503050406030204" pitchFamily="18" charset="0"/>
              </a:rPr>
              <a:t> </a:t>
            </a:r>
            <a:r>
              <a:rPr lang="en-US" sz="2400" spc="-50" dirty="0">
                <a:effectLst/>
                <a:latin typeface="Cambria" panose="02040503050406030204" pitchFamily="18" charset="0"/>
                <a:ea typeface="Cambria" panose="02040503050406030204" pitchFamily="18" charset="0"/>
                <a:cs typeface="Cambria" panose="02040503050406030204" pitchFamily="18" charset="0"/>
              </a:rPr>
              <a:t>:</a:t>
            </a:r>
            <a:endParaRPr lang="en-IN" sz="2400" dirty="0"/>
          </a:p>
        </p:txBody>
      </p:sp>
      <p:pic>
        <p:nvPicPr>
          <p:cNvPr id="4" name="Image 59">
            <a:extLst>
              <a:ext uri="{FF2B5EF4-FFF2-40B4-BE49-F238E27FC236}">
                <a16:creationId xmlns:a16="http://schemas.microsoft.com/office/drawing/2014/main" id="{AE9D05AF-0EE4-6BA3-3DA9-1E47AA46AD25}"/>
              </a:ext>
            </a:extLst>
          </p:cNvPr>
          <p:cNvPicPr/>
          <p:nvPr/>
        </p:nvPicPr>
        <p:blipFill>
          <a:blip r:embed="rId2" cstate="print"/>
          <a:stretch>
            <a:fillRect/>
          </a:stretch>
        </p:blipFill>
        <p:spPr>
          <a:xfrm>
            <a:off x="3890355" y="1101724"/>
            <a:ext cx="6683433" cy="7127876"/>
          </a:xfrm>
          <a:prstGeom prst="rect">
            <a:avLst/>
          </a:prstGeom>
        </p:spPr>
      </p:pic>
      <p:pic>
        <p:nvPicPr>
          <p:cNvPr id="5" name="Picture 4">
            <a:extLst>
              <a:ext uri="{FF2B5EF4-FFF2-40B4-BE49-F238E27FC236}">
                <a16:creationId xmlns:a16="http://schemas.microsoft.com/office/drawing/2014/main" id="{DA3FAB63-A10A-356C-8D58-A5EA0A498DF1}"/>
              </a:ext>
            </a:extLst>
          </p:cNvPr>
          <p:cNvPicPr>
            <a:picLocks noChangeAspect="1"/>
          </p:cNvPicPr>
          <p:nvPr/>
        </p:nvPicPr>
        <p:blipFill>
          <a:blip r:embed="rId3"/>
          <a:stretch>
            <a:fillRect/>
          </a:stretch>
        </p:blipFill>
        <p:spPr>
          <a:xfrm>
            <a:off x="12502427" y="7578437"/>
            <a:ext cx="1990725" cy="533400"/>
          </a:xfrm>
          <a:prstGeom prst="rect">
            <a:avLst/>
          </a:prstGeom>
        </p:spPr>
      </p:pic>
    </p:spTree>
    <p:extLst>
      <p:ext uri="{BB962C8B-B14F-4D97-AF65-F5344CB8AC3E}">
        <p14:creationId xmlns:p14="http://schemas.microsoft.com/office/powerpoint/2010/main" val="25888203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19FC4A-0CAB-F63E-F66B-04E12EF4E197}"/>
              </a:ext>
            </a:extLst>
          </p:cNvPr>
          <p:cNvSpPr txBox="1"/>
          <p:nvPr/>
        </p:nvSpPr>
        <p:spPr>
          <a:xfrm>
            <a:off x="3657600" y="303861"/>
            <a:ext cx="7315200" cy="461665"/>
          </a:xfrm>
          <a:prstGeom prst="rect">
            <a:avLst/>
          </a:prstGeom>
          <a:noFill/>
        </p:spPr>
        <p:txBody>
          <a:bodyPr wrap="square">
            <a:spAutoFit/>
          </a:bodyPr>
          <a:lstStyle/>
          <a:p>
            <a:pPr algn="ctr"/>
            <a:r>
              <a:rPr lang="en-US" sz="2400" dirty="0">
                <a:effectLst/>
                <a:latin typeface="Cambria" panose="02040503050406030204" pitchFamily="18" charset="0"/>
                <a:ea typeface="Cambria" panose="02040503050406030204" pitchFamily="18" charset="0"/>
                <a:cs typeface="Cambria" panose="02040503050406030204" pitchFamily="18" charset="0"/>
              </a:rPr>
              <a:t>Activity</a:t>
            </a:r>
            <a:r>
              <a:rPr lang="en-US" sz="2400" spc="-30" dirty="0">
                <a:effectLst/>
                <a:latin typeface="Cambria" panose="02040503050406030204" pitchFamily="18" charset="0"/>
                <a:ea typeface="Cambria" panose="02040503050406030204" pitchFamily="18" charset="0"/>
                <a:cs typeface="Cambria" panose="02040503050406030204" pitchFamily="18" charset="0"/>
              </a:rPr>
              <a:t> </a:t>
            </a:r>
            <a:r>
              <a:rPr lang="en-US" sz="2400" dirty="0">
                <a:effectLst/>
                <a:latin typeface="Cambria" panose="02040503050406030204" pitchFamily="18" charset="0"/>
                <a:ea typeface="Cambria" panose="02040503050406030204" pitchFamily="18" charset="0"/>
                <a:cs typeface="Cambria" panose="02040503050406030204" pitchFamily="18" charset="0"/>
              </a:rPr>
              <a:t>Diagram</a:t>
            </a:r>
            <a:r>
              <a:rPr lang="en-US" sz="2400" spc="-35" dirty="0">
                <a:effectLst/>
                <a:latin typeface="Cambria" panose="02040503050406030204" pitchFamily="18" charset="0"/>
                <a:ea typeface="Cambria" panose="02040503050406030204" pitchFamily="18" charset="0"/>
                <a:cs typeface="Cambria" panose="02040503050406030204" pitchFamily="18" charset="0"/>
              </a:rPr>
              <a:t> </a:t>
            </a:r>
            <a:r>
              <a:rPr lang="en-US" sz="2400" dirty="0">
                <a:effectLst/>
                <a:latin typeface="Cambria" panose="02040503050406030204" pitchFamily="18" charset="0"/>
                <a:ea typeface="Cambria" panose="02040503050406030204" pitchFamily="18" charset="0"/>
                <a:cs typeface="Cambria" panose="02040503050406030204" pitchFamily="18" charset="0"/>
              </a:rPr>
              <a:t>of</a:t>
            </a:r>
            <a:r>
              <a:rPr lang="en-US" sz="2400" spc="-20" dirty="0">
                <a:effectLst/>
                <a:latin typeface="Cambria" panose="02040503050406030204" pitchFamily="18" charset="0"/>
                <a:ea typeface="Cambria" panose="02040503050406030204" pitchFamily="18" charset="0"/>
                <a:cs typeface="Cambria" panose="02040503050406030204" pitchFamily="18" charset="0"/>
              </a:rPr>
              <a:t> </a:t>
            </a:r>
            <a:r>
              <a:rPr lang="en-US" sz="2400" dirty="0">
                <a:effectLst/>
                <a:latin typeface="Cambria" panose="02040503050406030204" pitchFamily="18" charset="0"/>
                <a:ea typeface="Cambria" panose="02040503050406030204" pitchFamily="18" charset="0"/>
                <a:cs typeface="Cambria" panose="02040503050406030204" pitchFamily="18" charset="0"/>
              </a:rPr>
              <a:t>Booking</a:t>
            </a:r>
            <a:r>
              <a:rPr lang="en-US" sz="2400" spc="-35" dirty="0">
                <a:effectLst/>
                <a:latin typeface="Cambria" panose="02040503050406030204" pitchFamily="18" charset="0"/>
                <a:ea typeface="Cambria" panose="02040503050406030204" pitchFamily="18" charset="0"/>
                <a:cs typeface="Cambria" panose="02040503050406030204" pitchFamily="18" charset="0"/>
              </a:rPr>
              <a:t> </a:t>
            </a:r>
            <a:r>
              <a:rPr lang="en-US" sz="2400" dirty="0">
                <a:effectLst/>
                <a:latin typeface="Cambria" panose="02040503050406030204" pitchFamily="18" charset="0"/>
                <a:ea typeface="Cambria" panose="02040503050406030204" pitchFamily="18" charset="0"/>
                <a:cs typeface="Cambria" panose="02040503050406030204" pitchFamily="18" charset="0"/>
              </a:rPr>
              <a:t>Package</a:t>
            </a:r>
            <a:r>
              <a:rPr lang="en-US" sz="2400" spc="-15" dirty="0">
                <a:effectLst/>
                <a:latin typeface="Cambria" panose="02040503050406030204" pitchFamily="18" charset="0"/>
                <a:ea typeface="Cambria" panose="02040503050406030204" pitchFamily="18" charset="0"/>
                <a:cs typeface="Cambria" panose="02040503050406030204" pitchFamily="18" charset="0"/>
              </a:rPr>
              <a:t> </a:t>
            </a:r>
            <a:r>
              <a:rPr lang="en-US" sz="2400" spc="-50" dirty="0">
                <a:effectLst/>
                <a:latin typeface="Cambria" panose="02040503050406030204" pitchFamily="18" charset="0"/>
                <a:ea typeface="Cambria" panose="02040503050406030204" pitchFamily="18" charset="0"/>
                <a:cs typeface="Cambria" panose="02040503050406030204" pitchFamily="18" charset="0"/>
              </a:rPr>
              <a:t>:</a:t>
            </a:r>
            <a:endParaRPr lang="en-IN" sz="2400" dirty="0"/>
          </a:p>
        </p:txBody>
      </p:sp>
      <p:pic>
        <p:nvPicPr>
          <p:cNvPr id="4" name="Image 63">
            <a:extLst>
              <a:ext uri="{FF2B5EF4-FFF2-40B4-BE49-F238E27FC236}">
                <a16:creationId xmlns:a16="http://schemas.microsoft.com/office/drawing/2014/main" id="{EA0B2E12-EE39-A6A3-8808-C95E2B0AB91E}"/>
              </a:ext>
            </a:extLst>
          </p:cNvPr>
          <p:cNvPicPr/>
          <p:nvPr/>
        </p:nvPicPr>
        <p:blipFill>
          <a:blip r:embed="rId2" cstate="print"/>
          <a:stretch>
            <a:fillRect/>
          </a:stretch>
        </p:blipFill>
        <p:spPr>
          <a:xfrm>
            <a:off x="3657600" y="989995"/>
            <a:ext cx="7049193" cy="7239605"/>
          </a:xfrm>
          <a:prstGeom prst="rect">
            <a:avLst/>
          </a:prstGeom>
        </p:spPr>
      </p:pic>
      <p:pic>
        <p:nvPicPr>
          <p:cNvPr id="5" name="Picture 4">
            <a:extLst>
              <a:ext uri="{FF2B5EF4-FFF2-40B4-BE49-F238E27FC236}">
                <a16:creationId xmlns:a16="http://schemas.microsoft.com/office/drawing/2014/main" id="{198D86F9-580C-23B6-C1D5-785F37AF9056}"/>
              </a:ext>
            </a:extLst>
          </p:cNvPr>
          <p:cNvPicPr>
            <a:picLocks noChangeAspect="1"/>
          </p:cNvPicPr>
          <p:nvPr/>
        </p:nvPicPr>
        <p:blipFill>
          <a:blip r:embed="rId3"/>
          <a:stretch>
            <a:fillRect/>
          </a:stretch>
        </p:blipFill>
        <p:spPr>
          <a:xfrm>
            <a:off x="12523210" y="7588827"/>
            <a:ext cx="1990725" cy="533400"/>
          </a:xfrm>
          <a:prstGeom prst="rect">
            <a:avLst/>
          </a:prstGeom>
        </p:spPr>
      </p:pic>
    </p:spTree>
    <p:extLst>
      <p:ext uri="{BB962C8B-B14F-4D97-AF65-F5344CB8AC3E}">
        <p14:creationId xmlns:p14="http://schemas.microsoft.com/office/powerpoint/2010/main" val="15062703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A4CF9C9-A50D-4682-5966-304E1972121F}"/>
              </a:ext>
            </a:extLst>
          </p:cNvPr>
          <p:cNvSpPr txBox="1"/>
          <p:nvPr/>
        </p:nvSpPr>
        <p:spPr>
          <a:xfrm>
            <a:off x="3823855" y="638959"/>
            <a:ext cx="7315200" cy="461665"/>
          </a:xfrm>
          <a:prstGeom prst="rect">
            <a:avLst/>
          </a:prstGeom>
          <a:noFill/>
        </p:spPr>
        <p:txBody>
          <a:bodyPr wrap="square">
            <a:spAutoFit/>
          </a:bodyPr>
          <a:lstStyle/>
          <a:p>
            <a:pPr algn="ctr"/>
            <a:r>
              <a:rPr lang="en-IN" sz="2400" b="1" i="0" u="none" strike="noStrike" baseline="0" dirty="0">
                <a:solidFill>
                  <a:srgbClr val="000000"/>
                </a:solidFill>
                <a:latin typeface="Calibri" panose="020F0502020204030204" pitchFamily="34" charset="0"/>
              </a:rPr>
              <a:t>Event Collection : </a:t>
            </a:r>
            <a:endParaRPr lang="en-IN" sz="2400" dirty="0"/>
          </a:p>
        </p:txBody>
      </p:sp>
      <p:graphicFrame>
        <p:nvGraphicFramePr>
          <p:cNvPr id="2" name="Table 1">
            <a:extLst>
              <a:ext uri="{FF2B5EF4-FFF2-40B4-BE49-F238E27FC236}">
                <a16:creationId xmlns:a16="http://schemas.microsoft.com/office/drawing/2014/main" id="{05967050-55DD-051E-16FD-BD66E521A870}"/>
              </a:ext>
            </a:extLst>
          </p:cNvPr>
          <p:cNvGraphicFramePr>
            <a:graphicFrameLocks noGrp="1"/>
          </p:cNvGraphicFramePr>
          <p:nvPr>
            <p:extLst>
              <p:ext uri="{D42A27DB-BD31-4B8C-83A1-F6EECF244321}">
                <p14:modId xmlns:p14="http://schemas.microsoft.com/office/powerpoint/2010/main" val="4215375353"/>
              </p:ext>
            </p:extLst>
          </p:nvPr>
        </p:nvGraphicFramePr>
        <p:xfrm>
          <a:off x="295100" y="1171915"/>
          <a:ext cx="12502342" cy="6716865"/>
        </p:xfrm>
        <a:graphic>
          <a:graphicData uri="http://schemas.openxmlformats.org/drawingml/2006/table">
            <a:tbl>
              <a:tblPr firstRow="1" firstCol="1" lastRow="1" lastCol="1" bandRow="1" bandCol="1">
                <a:tableStyleId>{7E9639D4-E3E2-4D34-9284-5A2195B3D0D7}</a:tableStyleId>
              </a:tblPr>
              <a:tblGrid>
                <a:gridCol w="2324904">
                  <a:extLst>
                    <a:ext uri="{9D8B030D-6E8A-4147-A177-3AD203B41FA5}">
                      <a16:colId xmlns:a16="http://schemas.microsoft.com/office/drawing/2014/main" val="1216326095"/>
                    </a:ext>
                  </a:extLst>
                </a:gridCol>
                <a:gridCol w="3531436">
                  <a:extLst>
                    <a:ext uri="{9D8B030D-6E8A-4147-A177-3AD203B41FA5}">
                      <a16:colId xmlns:a16="http://schemas.microsoft.com/office/drawing/2014/main" val="2103202813"/>
                    </a:ext>
                  </a:extLst>
                </a:gridCol>
                <a:gridCol w="3603543">
                  <a:extLst>
                    <a:ext uri="{9D8B030D-6E8A-4147-A177-3AD203B41FA5}">
                      <a16:colId xmlns:a16="http://schemas.microsoft.com/office/drawing/2014/main" val="3219790782"/>
                    </a:ext>
                  </a:extLst>
                </a:gridCol>
                <a:gridCol w="3042459">
                  <a:extLst>
                    <a:ext uri="{9D8B030D-6E8A-4147-A177-3AD203B41FA5}">
                      <a16:colId xmlns:a16="http://schemas.microsoft.com/office/drawing/2014/main" val="2146528518"/>
                    </a:ext>
                  </a:extLst>
                </a:gridCol>
              </a:tblGrid>
              <a:tr h="357991">
                <a:tc>
                  <a:txBody>
                    <a:bodyPr/>
                    <a:lstStyle/>
                    <a:p>
                      <a:pPr marL="67945">
                        <a:spcBef>
                          <a:spcPts val="20"/>
                        </a:spcBef>
                        <a:buNone/>
                      </a:pPr>
                      <a:r>
                        <a:rPr lang="en-US" sz="1800" spc="-20" dirty="0">
                          <a:effectLst/>
                        </a:rPr>
                        <a:t>Field</a:t>
                      </a:r>
                      <a:endParaRPr lang="en-IN" sz="18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945">
                        <a:spcBef>
                          <a:spcPts val="20"/>
                        </a:spcBef>
                        <a:buNone/>
                      </a:pPr>
                      <a:r>
                        <a:rPr lang="en-US" sz="1800">
                          <a:effectLst/>
                        </a:rPr>
                        <a:t>Field</a:t>
                      </a:r>
                      <a:r>
                        <a:rPr lang="en-US" sz="1800" spc="-35">
                          <a:effectLst/>
                        </a:rPr>
                        <a:t> </a:t>
                      </a:r>
                      <a:r>
                        <a:rPr lang="en-US" sz="1800" spc="-20">
                          <a:effectLst/>
                        </a:rPr>
                        <a:t>Type</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945">
                        <a:spcBef>
                          <a:spcPts val="20"/>
                        </a:spcBef>
                        <a:buNone/>
                      </a:pPr>
                      <a:r>
                        <a:rPr lang="en-US" sz="1800" spc="-10" dirty="0">
                          <a:effectLst/>
                        </a:rPr>
                        <a:t>Constraints</a:t>
                      </a:r>
                      <a:endParaRPr lang="en-IN" sz="18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945">
                        <a:spcBef>
                          <a:spcPts val="20"/>
                        </a:spcBef>
                        <a:buNone/>
                      </a:pPr>
                      <a:r>
                        <a:rPr lang="en-US" sz="1800" spc="-10">
                          <a:effectLst/>
                        </a:rPr>
                        <a:t>Description</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extLst>
                  <a:ext uri="{0D108BD9-81ED-4DB2-BD59-A6C34878D82A}">
                    <a16:rowId xmlns:a16="http://schemas.microsoft.com/office/drawing/2014/main" val="49547324"/>
                  </a:ext>
                </a:extLst>
              </a:tr>
              <a:tr h="707694">
                <a:tc>
                  <a:txBody>
                    <a:bodyPr/>
                    <a:lstStyle/>
                    <a:p>
                      <a:pPr marL="67945">
                        <a:spcBef>
                          <a:spcPts val="20"/>
                        </a:spcBef>
                        <a:buNone/>
                      </a:pPr>
                      <a:r>
                        <a:rPr lang="en-US" sz="1800" spc="-25" dirty="0">
                          <a:effectLst/>
                        </a:rPr>
                        <a:t>id</a:t>
                      </a:r>
                      <a:endParaRPr lang="en-IN" sz="18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945">
                        <a:spcBef>
                          <a:spcPts val="20"/>
                        </a:spcBef>
                        <a:buNone/>
                      </a:pPr>
                      <a:r>
                        <a:rPr lang="en-US" sz="1800" spc="-10">
                          <a:effectLst/>
                        </a:rPr>
                        <a:t>ObjectId</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945">
                        <a:spcBef>
                          <a:spcPts val="20"/>
                        </a:spcBef>
                        <a:buNone/>
                        <a:tabLst>
                          <a:tab pos="1010285" algn="l"/>
                        </a:tabLst>
                      </a:pPr>
                      <a:r>
                        <a:rPr lang="en-US" sz="1800" spc="-10">
                          <a:effectLst/>
                        </a:rPr>
                        <a:t>Primary</a:t>
                      </a:r>
                      <a:r>
                        <a:rPr lang="en-US" sz="1800">
                          <a:effectLst/>
                        </a:rPr>
                        <a:t>	</a:t>
                      </a:r>
                      <a:r>
                        <a:rPr lang="en-US" sz="1800" spc="-20">
                          <a:effectLst/>
                        </a:rPr>
                        <a:t>Key,</a:t>
                      </a:r>
                      <a:endParaRPr lang="en-IN" sz="1800">
                        <a:effectLst/>
                      </a:endParaRPr>
                    </a:p>
                    <a:p>
                      <a:pPr marL="67945">
                        <a:spcBef>
                          <a:spcPts val="705"/>
                        </a:spcBef>
                        <a:buNone/>
                      </a:pPr>
                      <a:r>
                        <a:rPr lang="en-US" sz="1800" spc="-10">
                          <a:effectLst/>
                        </a:rPr>
                        <a:t>Auto-generated</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945">
                        <a:spcBef>
                          <a:spcPts val="20"/>
                        </a:spcBef>
                        <a:buNone/>
                      </a:pPr>
                      <a:r>
                        <a:rPr lang="en-US" sz="1800">
                          <a:effectLst/>
                        </a:rPr>
                        <a:t>Unique</a:t>
                      </a:r>
                      <a:r>
                        <a:rPr lang="en-US" sz="1800" spc="395">
                          <a:effectLst/>
                        </a:rPr>
                        <a:t> </a:t>
                      </a:r>
                      <a:r>
                        <a:rPr lang="en-US" sz="1800">
                          <a:effectLst/>
                        </a:rPr>
                        <a:t>identifier</a:t>
                      </a:r>
                      <a:r>
                        <a:rPr lang="en-US" sz="1800" spc="390">
                          <a:effectLst/>
                        </a:rPr>
                        <a:t> </a:t>
                      </a:r>
                      <a:r>
                        <a:rPr lang="en-US" sz="1800">
                          <a:effectLst/>
                        </a:rPr>
                        <a:t>for</a:t>
                      </a:r>
                      <a:r>
                        <a:rPr lang="en-US" sz="1800" spc="390">
                          <a:effectLst/>
                        </a:rPr>
                        <a:t> </a:t>
                      </a:r>
                      <a:r>
                        <a:rPr lang="en-US" sz="1800" spc="-20">
                          <a:effectLst/>
                        </a:rPr>
                        <a:t>each</a:t>
                      </a:r>
                      <a:endParaRPr lang="en-IN" sz="1800">
                        <a:effectLst/>
                      </a:endParaRPr>
                    </a:p>
                    <a:p>
                      <a:pPr marL="67945">
                        <a:spcBef>
                          <a:spcPts val="705"/>
                        </a:spcBef>
                        <a:buNone/>
                      </a:pPr>
                      <a:r>
                        <a:rPr lang="en-US" sz="1800">
                          <a:effectLst/>
                        </a:rPr>
                        <a:t>event</a:t>
                      </a:r>
                      <a:r>
                        <a:rPr lang="en-US" sz="1800" spc="-50">
                          <a:effectLst/>
                        </a:rPr>
                        <a:t> </a:t>
                      </a:r>
                      <a:r>
                        <a:rPr lang="en-US" sz="1800" spc="-10">
                          <a:effectLst/>
                        </a:rPr>
                        <a:t>document.</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extLst>
                  <a:ext uri="{0D108BD9-81ED-4DB2-BD59-A6C34878D82A}">
                    <a16:rowId xmlns:a16="http://schemas.microsoft.com/office/drawing/2014/main" val="652581067"/>
                  </a:ext>
                </a:extLst>
              </a:tr>
              <a:tr h="707694">
                <a:tc>
                  <a:txBody>
                    <a:bodyPr/>
                    <a:lstStyle/>
                    <a:p>
                      <a:pPr marL="67945">
                        <a:spcBef>
                          <a:spcPts val="20"/>
                        </a:spcBef>
                        <a:buNone/>
                      </a:pPr>
                      <a:r>
                        <a:rPr lang="en-US" sz="1800" spc="-10" dirty="0">
                          <a:effectLst/>
                        </a:rPr>
                        <a:t>title</a:t>
                      </a:r>
                      <a:endParaRPr lang="en-IN" sz="18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945">
                        <a:spcBef>
                          <a:spcPts val="20"/>
                        </a:spcBef>
                        <a:buNone/>
                      </a:pPr>
                      <a:r>
                        <a:rPr lang="en-US" sz="1800" spc="-10">
                          <a:effectLst/>
                        </a:rPr>
                        <a:t>String</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945">
                        <a:spcBef>
                          <a:spcPts val="20"/>
                        </a:spcBef>
                        <a:buNone/>
                      </a:pPr>
                      <a:r>
                        <a:rPr lang="en-US" sz="1800">
                          <a:effectLst/>
                        </a:rPr>
                        <a:t>Required,</a:t>
                      </a:r>
                      <a:r>
                        <a:rPr lang="en-US" sz="1800" spc="-45">
                          <a:effectLst/>
                        </a:rPr>
                        <a:t> </a:t>
                      </a:r>
                      <a:r>
                        <a:rPr lang="en-US" sz="1800">
                          <a:effectLst/>
                        </a:rPr>
                        <a:t>Not</a:t>
                      </a:r>
                      <a:r>
                        <a:rPr lang="en-US" sz="1800" spc="-35">
                          <a:effectLst/>
                        </a:rPr>
                        <a:t> </a:t>
                      </a:r>
                      <a:r>
                        <a:rPr lang="en-US" sz="1800" spc="-20">
                          <a:effectLst/>
                        </a:rPr>
                        <a:t>Null</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945">
                        <a:spcBef>
                          <a:spcPts val="20"/>
                        </a:spcBef>
                        <a:buNone/>
                      </a:pPr>
                      <a:r>
                        <a:rPr lang="en-US" sz="1800">
                          <a:effectLst/>
                        </a:rPr>
                        <a:t>Stores</a:t>
                      </a:r>
                      <a:r>
                        <a:rPr lang="en-US" sz="1800" spc="285">
                          <a:effectLst/>
                        </a:rPr>
                        <a:t> </a:t>
                      </a:r>
                      <a:r>
                        <a:rPr lang="en-US" sz="1800">
                          <a:effectLst/>
                        </a:rPr>
                        <a:t>the</a:t>
                      </a:r>
                      <a:r>
                        <a:rPr lang="en-US" sz="1800" spc="290">
                          <a:effectLst/>
                        </a:rPr>
                        <a:t> </a:t>
                      </a:r>
                      <a:r>
                        <a:rPr lang="en-US" sz="1800">
                          <a:effectLst/>
                        </a:rPr>
                        <a:t>name</a:t>
                      </a:r>
                      <a:r>
                        <a:rPr lang="en-US" sz="1800" spc="285">
                          <a:effectLst/>
                        </a:rPr>
                        <a:t> </a:t>
                      </a:r>
                      <a:r>
                        <a:rPr lang="en-US" sz="1800">
                          <a:effectLst/>
                        </a:rPr>
                        <a:t>or</a:t>
                      </a:r>
                      <a:r>
                        <a:rPr lang="en-US" sz="1800" spc="280">
                          <a:effectLst/>
                        </a:rPr>
                        <a:t> </a:t>
                      </a:r>
                      <a:r>
                        <a:rPr lang="en-US" sz="1800">
                          <a:effectLst/>
                        </a:rPr>
                        <a:t>title</a:t>
                      </a:r>
                      <a:r>
                        <a:rPr lang="en-US" sz="1800" spc="290">
                          <a:effectLst/>
                        </a:rPr>
                        <a:t> </a:t>
                      </a:r>
                      <a:r>
                        <a:rPr lang="en-US" sz="1800" spc="-25">
                          <a:effectLst/>
                        </a:rPr>
                        <a:t>of</a:t>
                      </a:r>
                      <a:endParaRPr lang="en-IN" sz="1800">
                        <a:effectLst/>
                      </a:endParaRPr>
                    </a:p>
                    <a:p>
                      <a:pPr marL="67945">
                        <a:spcBef>
                          <a:spcPts val="710"/>
                        </a:spcBef>
                        <a:buNone/>
                      </a:pPr>
                      <a:r>
                        <a:rPr lang="en-US" sz="1800">
                          <a:effectLst/>
                        </a:rPr>
                        <a:t>the</a:t>
                      </a:r>
                      <a:r>
                        <a:rPr lang="en-US" sz="1800" spc="-10">
                          <a:effectLst/>
                        </a:rPr>
                        <a:t> event.</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extLst>
                  <a:ext uri="{0D108BD9-81ED-4DB2-BD59-A6C34878D82A}">
                    <a16:rowId xmlns:a16="http://schemas.microsoft.com/office/drawing/2014/main" val="3784320989"/>
                  </a:ext>
                </a:extLst>
              </a:tr>
              <a:tr h="707694">
                <a:tc>
                  <a:txBody>
                    <a:bodyPr/>
                    <a:lstStyle/>
                    <a:p>
                      <a:pPr marL="67945">
                        <a:spcBef>
                          <a:spcPts val="20"/>
                        </a:spcBef>
                        <a:buNone/>
                      </a:pPr>
                      <a:r>
                        <a:rPr lang="en-US" sz="1800" spc="-10" dirty="0">
                          <a:effectLst/>
                        </a:rPr>
                        <a:t>description</a:t>
                      </a:r>
                      <a:endParaRPr lang="en-IN" sz="18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945">
                        <a:spcBef>
                          <a:spcPts val="20"/>
                        </a:spcBef>
                        <a:buNone/>
                      </a:pPr>
                      <a:r>
                        <a:rPr lang="en-US" sz="1800" spc="-10">
                          <a:effectLst/>
                        </a:rPr>
                        <a:t>String</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945">
                        <a:spcBef>
                          <a:spcPts val="20"/>
                        </a:spcBef>
                        <a:buNone/>
                      </a:pPr>
                      <a:r>
                        <a:rPr lang="en-US" sz="1800" spc="-10">
                          <a:effectLst/>
                        </a:rPr>
                        <a:t>Required</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945">
                        <a:spcBef>
                          <a:spcPts val="20"/>
                        </a:spcBef>
                        <a:buNone/>
                      </a:pPr>
                      <a:r>
                        <a:rPr lang="en-US" sz="1800">
                          <a:effectLst/>
                        </a:rPr>
                        <a:t>Provides</a:t>
                      </a:r>
                      <a:r>
                        <a:rPr lang="en-US" sz="1800" spc="315">
                          <a:effectLst/>
                        </a:rPr>
                        <a:t> </a:t>
                      </a:r>
                      <a:r>
                        <a:rPr lang="en-US" sz="1800">
                          <a:effectLst/>
                        </a:rPr>
                        <a:t>details</a:t>
                      </a:r>
                      <a:r>
                        <a:rPr lang="en-US" sz="1800" spc="320">
                          <a:effectLst/>
                        </a:rPr>
                        <a:t> </a:t>
                      </a:r>
                      <a:r>
                        <a:rPr lang="en-US" sz="1800">
                          <a:effectLst/>
                        </a:rPr>
                        <a:t>about</a:t>
                      </a:r>
                      <a:r>
                        <a:rPr lang="en-US" sz="1800" spc="325">
                          <a:effectLst/>
                        </a:rPr>
                        <a:t> </a:t>
                      </a:r>
                      <a:r>
                        <a:rPr lang="en-US" sz="1800" spc="-25">
                          <a:effectLst/>
                        </a:rPr>
                        <a:t>the</a:t>
                      </a:r>
                      <a:endParaRPr lang="en-IN" sz="1800">
                        <a:effectLst/>
                      </a:endParaRPr>
                    </a:p>
                    <a:p>
                      <a:pPr marL="67945">
                        <a:spcBef>
                          <a:spcPts val="705"/>
                        </a:spcBef>
                        <a:buNone/>
                      </a:pPr>
                      <a:r>
                        <a:rPr lang="en-US" sz="1800" spc="-10">
                          <a:effectLst/>
                        </a:rPr>
                        <a:t>event.</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extLst>
                  <a:ext uri="{0D108BD9-81ED-4DB2-BD59-A6C34878D82A}">
                    <a16:rowId xmlns:a16="http://schemas.microsoft.com/office/drawing/2014/main" val="1912723824"/>
                  </a:ext>
                </a:extLst>
              </a:tr>
              <a:tr h="707694">
                <a:tc>
                  <a:txBody>
                    <a:bodyPr/>
                    <a:lstStyle/>
                    <a:p>
                      <a:pPr marL="67945">
                        <a:spcBef>
                          <a:spcPts val="20"/>
                        </a:spcBef>
                        <a:buNone/>
                      </a:pPr>
                      <a:r>
                        <a:rPr lang="en-US" sz="1800" spc="-20" dirty="0">
                          <a:effectLst/>
                        </a:rPr>
                        <a:t>date</a:t>
                      </a:r>
                      <a:endParaRPr lang="en-IN" sz="18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945">
                        <a:spcBef>
                          <a:spcPts val="20"/>
                        </a:spcBef>
                        <a:buNone/>
                      </a:pPr>
                      <a:r>
                        <a:rPr lang="en-US" sz="1800" spc="-20" dirty="0">
                          <a:effectLst/>
                        </a:rPr>
                        <a:t>Date</a:t>
                      </a:r>
                      <a:endParaRPr lang="en-IN" sz="18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945">
                        <a:spcBef>
                          <a:spcPts val="20"/>
                        </a:spcBef>
                        <a:buNone/>
                      </a:pPr>
                      <a:r>
                        <a:rPr lang="en-US" sz="1800" spc="-10" dirty="0">
                          <a:effectLst/>
                        </a:rPr>
                        <a:t>Required</a:t>
                      </a:r>
                      <a:endParaRPr lang="en-IN" sz="18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945">
                        <a:spcBef>
                          <a:spcPts val="20"/>
                        </a:spcBef>
                        <a:buNone/>
                      </a:pPr>
                      <a:r>
                        <a:rPr lang="en-US" sz="1800">
                          <a:effectLst/>
                        </a:rPr>
                        <a:t>Stores</a:t>
                      </a:r>
                      <a:r>
                        <a:rPr lang="en-US" sz="1800" spc="30">
                          <a:effectLst/>
                        </a:rPr>
                        <a:t> </a:t>
                      </a:r>
                      <a:r>
                        <a:rPr lang="en-US" sz="1800">
                          <a:effectLst/>
                        </a:rPr>
                        <a:t>the</a:t>
                      </a:r>
                      <a:r>
                        <a:rPr lang="en-US" sz="1800" spc="30">
                          <a:effectLst/>
                        </a:rPr>
                        <a:t> </a:t>
                      </a:r>
                      <a:r>
                        <a:rPr lang="en-US" sz="1800">
                          <a:effectLst/>
                        </a:rPr>
                        <a:t>date</a:t>
                      </a:r>
                      <a:r>
                        <a:rPr lang="en-US" sz="1800" spc="30">
                          <a:effectLst/>
                        </a:rPr>
                        <a:t> </a:t>
                      </a:r>
                      <a:r>
                        <a:rPr lang="en-US" sz="1800">
                          <a:effectLst/>
                        </a:rPr>
                        <a:t>on</a:t>
                      </a:r>
                      <a:r>
                        <a:rPr lang="en-US" sz="1800" spc="30">
                          <a:effectLst/>
                        </a:rPr>
                        <a:t> </a:t>
                      </a:r>
                      <a:r>
                        <a:rPr lang="en-US" sz="1800">
                          <a:effectLst/>
                        </a:rPr>
                        <a:t>which</a:t>
                      </a:r>
                      <a:r>
                        <a:rPr lang="en-US" sz="1800" spc="30">
                          <a:effectLst/>
                        </a:rPr>
                        <a:t> </a:t>
                      </a:r>
                      <a:r>
                        <a:rPr lang="en-US" sz="1800" spc="-25">
                          <a:effectLst/>
                        </a:rPr>
                        <a:t>the</a:t>
                      </a:r>
                      <a:endParaRPr lang="en-IN" sz="1800">
                        <a:effectLst/>
                      </a:endParaRPr>
                    </a:p>
                    <a:p>
                      <a:pPr marL="67945">
                        <a:spcBef>
                          <a:spcPts val="705"/>
                        </a:spcBef>
                        <a:buNone/>
                      </a:pPr>
                      <a:r>
                        <a:rPr lang="en-US" sz="1800">
                          <a:effectLst/>
                        </a:rPr>
                        <a:t>event</a:t>
                      </a:r>
                      <a:r>
                        <a:rPr lang="en-US" sz="1800" spc="-50">
                          <a:effectLst/>
                        </a:rPr>
                        <a:t> </a:t>
                      </a:r>
                      <a:r>
                        <a:rPr lang="en-US" sz="1800">
                          <a:effectLst/>
                        </a:rPr>
                        <a:t>will</a:t>
                      </a:r>
                      <a:r>
                        <a:rPr lang="en-US" sz="1800" spc="-40">
                          <a:effectLst/>
                        </a:rPr>
                        <a:t> </a:t>
                      </a:r>
                      <a:r>
                        <a:rPr lang="en-US" sz="1800">
                          <a:effectLst/>
                        </a:rPr>
                        <a:t>take</a:t>
                      </a:r>
                      <a:r>
                        <a:rPr lang="en-US" sz="1800" spc="-30">
                          <a:effectLst/>
                        </a:rPr>
                        <a:t> </a:t>
                      </a:r>
                      <a:r>
                        <a:rPr lang="en-US" sz="1800" spc="-10">
                          <a:effectLst/>
                        </a:rPr>
                        <a:t>place.</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extLst>
                  <a:ext uri="{0D108BD9-81ED-4DB2-BD59-A6C34878D82A}">
                    <a16:rowId xmlns:a16="http://schemas.microsoft.com/office/drawing/2014/main" val="3025684512"/>
                  </a:ext>
                </a:extLst>
              </a:tr>
              <a:tr h="707694">
                <a:tc>
                  <a:txBody>
                    <a:bodyPr/>
                    <a:lstStyle/>
                    <a:p>
                      <a:pPr marL="67945">
                        <a:spcBef>
                          <a:spcPts val="20"/>
                        </a:spcBef>
                        <a:buNone/>
                      </a:pPr>
                      <a:r>
                        <a:rPr lang="en-US" sz="1800" spc="-10" dirty="0">
                          <a:effectLst/>
                        </a:rPr>
                        <a:t>location</a:t>
                      </a:r>
                      <a:endParaRPr lang="en-IN" sz="18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945">
                        <a:spcBef>
                          <a:spcPts val="20"/>
                        </a:spcBef>
                        <a:buNone/>
                      </a:pPr>
                      <a:r>
                        <a:rPr lang="en-US" sz="1800" spc="-10" dirty="0">
                          <a:effectLst/>
                        </a:rPr>
                        <a:t>String</a:t>
                      </a:r>
                      <a:endParaRPr lang="en-IN" sz="18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945">
                        <a:spcBef>
                          <a:spcPts val="20"/>
                        </a:spcBef>
                        <a:buNone/>
                      </a:pPr>
                      <a:r>
                        <a:rPr lang="en-US" sz="1800" spc="-10" dirty="0">
                          <a:effectLst/>
                        </a:rPr>
                        <a:t>Required</a:t>
                      </a:r>
                      <a:endParaRPr lang="en-IN" sz="18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945">
                        <a:spcBef>
                          <a:spcPts val="20"/>
                        </a:spcBef>
                        <a:buNone/>
                      </a:pPr>
                      <a:r>
                        <a:rPr lang="en-US" sz="1800" dirty="0">
                          <a:effectLst/>
                        </a:rPr>
                        <a:t>Stores</a:t>
                      </a:r>
                      <a:r>
                        <a:rPr lang="en-US" sz="1800" spc="100" dirty="0">
                          <a:effectLst/>
                        </a:rPr>
                        <a:t> </a:t>
                      </a:r>
                      <a:r>
                        <a:rPr lang="en-US" sz="1800" dirty="0">
                          <a:effectLst/>
                        </a:rPr>
                        <a:t>the</a:t>
                      </a:r>
                      <a:r>
                        <a:rPr lang="en-US" sz="1800" spc="100" dirty="0">
                          <a:effectLst/>
                        </a:rPr>
                        <a:t> </a:t>
                      </a:r>
                      <a:r>
                        <a:rPr lang="en-US" sz="1800" dirty="0">
                          <a:effectLst/>
                        </a:rPr>
                        <a:t>venue</a:t>
                      </a:r>
                      <a:r>
                        <a:rPr lang="en-US" sz="1800" spc="100" dirty="0">
                          <a:effectLst/>
                        </a:rPr>
                        <a:t> </a:t>
                      </a:r>
                      <a:r>
                        <a:rPr lang="en-US" sz="1800" dirty="0">
                          <a:effectLst/>
                        </a:rPr>
                        <a:t>or</a:t>
                      </a:r>
                      <a:r>
                        <a:rPr lang="en-US" sz="1800" spc="95" dirty="0">
                          <a:effectLst/>
                        </a:rPr>
                        <a:t> </a:t>
                      </a:r>
                      <a:r>
                        <a:rPr lang="en-US" sz="1800" spc="-10" dirty="0">
                          <a:effectLst/>
                        </a:rPr>
                        <a:t>location</a:t>
                      </a:r>
                      <a:endParaRPr lang="en-IN" sz="1800" dirty="0">
                        <a:effectLst/>
                      </a:endParaRPr>
                    </a:p>
                    <a:p>
                      <a:pPr marL="67945">
                        <a:spcBef>
                          <a:spcPts val="705"/>
                        </a:spcBef>
                        <a:buNone/>
                      </a:pPr>
                      <a:r>
                        <a:rPr lang="en-US" sz="1800" dirty="0">
                          <a:effectLst/>
                        </a:rPr>
                        <a:t>of</a:t>
                      </a:r>
                      <a:r>
                        <a:rPr lang="en-US" sz="1800" spc="-5" dirty="0">
                          <a:effectLst/>
                        </a:rPr>
                        <a:t> </a:t>
                      </a:r>
                      <a:r>
                        <a:rPr lang="en-US" sz="1800" dirty="0">
                          <a:effectLst/>
                        </a:rPr>
                        <a:t>the </a:t>
                      </a:r>
                      <a:r>
                        <a:rPr lang="en-US" sz="1800" spc="-10" dirty="0">
                          <a:effectLst/>
                        </a:rPr>
                        <a:t>event.</a:t>
                      </a:r>
                      <a:endParaRPr lang="en-IN" sz="18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extLst>
                  <a:ext uri="{0D108BD9-81ED-4DB2-BD59-A6C34878D82A}">
                    <a16:rowId xmlns:a16="http://schemas.microsoft.com/office/drawing/2014/main" val="3291492010"/>
                  </a:ext>
                </a:extLst>
              </a:tr>
              <a:tr h="707694">
                <a:tc>
                  <a:txBody>
                    <a:bodyPr/>
                    <a:lstStyle/>
                    <a:p>
                      <a:pPr marL="67945">
                        <a:spcBef>
                          <a:spcPts val="20"/>
                        </a:spcBef>
                        <a:buNone/>
                      </a:pPr>
                      <a:r>
                        <a:rPr lang="en-US" sz="1800" spc="-10">
                          <a:effectLst/>
                        </a:rPr>
                        <a:t>image</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945">
                        <a:spcBef>
                          <a:spcPts val="20"/>
                        </a:spcBef>
                        <a:buNone/>
                      </a:pPr>
                      <a:r>
                        <a:rPr lang="en-US" sz="1800" spc="-10">
                          <a:effectLst/>
                        </a:rPr>
                        <a:t>String</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945">
                        <a:spcBef>
                          <a:spcPts val="20"/>
                        </a:spcBef>
                        <a:buNone/>
                      </a:pPr>
                      <a:r>
                        <a:rPr lang="en-US" sz="1800" spc="-10">
                          <a:effectLst/>
                        </a:rPr>
                        <a:t>Optional</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945">
                        <a:spcBef>
                          <a:spcPts val="20"/>
                        </a:spcBef>
                        <a:buNone/>
                      </a:pPr>
                      <a:r>
                        <a:rPr lang="en-US" sz="1800" dirty="0">
                          <a:effectLst/>
                        </a:rPr>
                        <a:t>Stores</a:t>
                      </a:r>
                      <a:r>
                        <a:rPr lang="en-US" sz="1800" spc="310" dirty="0">
                          <a:effectLst/>
                        </a:rPr>
                        <a:t> </a:t>
                      </a:r>
                      <a:r>
                        <a:rPr lang="en-US" sz="1800" dirty="0">
                          <a:effectLst/>
                        </a:rPr>
                        <a:t>the</a:t>
                      </a:r>
                      <a:r>
                        <a:rPr lang="en-US" sz="1800" spc="295" dirty="0">
                          <a:effectLst/>
                        </a:rPr>
                        <a:t> </a:t>
                      </a:r>
                      <a:r>
                        <a:rPr lang="en-US" sz="1800" dirty="0">
                          <a:effectLst/>
                        </a:rPr>
                        <a:t>image</a:t>
                      </a:r>
                      <a:r>
                        <a:rPr lang="en-US" sz="1800" spc="305" dirty="0">
                          <a:effectLst/>
                        </a:rPr>
                        <a:t> </a:t>
                      </a:r>
                      <a:r>
                        <a:rPr lang="en-US" sz="1800" dirty="0">
                          <a:effectLst/>
                        </a:rPr>
                        <a:t>file</a:t>
                      </a:r>
                      <a:r>
                        <a:rPr lang="en-US" sz="1800" spc="300" dirty="0">
                          <a:effectLst/>
                        </a:rPr>
                        <a:t> </a:t>
                      </a:r>
                      <a:r>
                        <a:rPr lang="en-US" sz="1800" spc="-20" dirty="0">
                          <a:effectLst/>
                        </a:rPr>
                        <a:t>name</a:t>
                      </a:r>
                      <a:endParaRPr lang="en-IN" sz="1800" dirty="0">
                        <a:effectLst/>
                      </a:endParaRPr>
                    </a:p>
                    <a:p>
                      <a:pPr marL="67945">
                        <a:spcBef>
                          <a:spcPts val="710"/>
                        </a:spcBef>
                        <a:buNone/>
                      </a:pPr>
                      <a:r>
                        <a:rPr lang="en-US" sz="1800" dirty="0">
                          <a:effectLst/>
                        </a:rPr>
                        <a:t>or</a:t>
                      </a:r>
                      <a:r>
                        <a:rPr lang="en-US" sz="1800" spc="-35" dirty="0">
                          <a:effectLst/>
                        </a:rPr>
                        <a:t> </a:t>
                      </a:r>
                      <a:r>
                        <a:rPr lang="en-US" sz="1800" dirty="0">
                          <a:effectLst/>
                        </a:rPr>
                        <a:t>URL</a:t>
                      </a:r>
                      <a:r>
                        <a:rPr lang="en-US" sz="1800" spc="-10" dirty="0">
                          <a:effectLst/>
                        </a:rPr>
                        <a:t> </a:t>
                      </a:r>
                      <a:r>
                        <a:rPr lang="en-US" sz="1800" dirty="0">
                          <a:effectLst/>
                        </a:rPr>
                        <a:t>related</a:t>
                      </a:r>
                      <a:r>
                        <a:rPr lang="en-US" sz="1800" spc="-10" dirty="0">
                          <a:effectLst/>
                        </a:rPr>
                        <a:t> </a:t>
                      </a:r>
                      <a:r>
                        <a:rPr lang="en-US" sz="1800" dirty="0">
                          <a:effectLst/>
                        </a:rPr>
                        <a:t>to</a:t>
                      </a:r>
                      <a:r>
                        <a:rPr lang="en-US" sz="1800" spc="-10" dirty="0">
                          <a:effectLst/>
                        </a:rPr>
                        <a:t> </a:t>
                      </a:r>
                      <a:r>
                        <a:rPr lang="en-US" sz="1800" dirty="0">
                          <a:effectLst/>
                        </a:rPr>
                        <a:t>the</a:t>
                      </a:r>
                      <a:r>
                        <a:rPr lang="en-US" sz="1800" spc="-10" dirty="0">
                          <a:effectLst/>
                        </a:rPr>
                        <a:t> event.</a:t>
                      </a:r>
                      <a:endParaRPr lang="en-IN" sz="18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extLst>
                  <a:ext uri="{0D108BD9-81ED-4DB2-BD59-A6C34878D82A}">
                    <a16:rowId xmlns:a16="http://schemas.microsoft.com/office/drawing/2014/main" val="235487667"/>
                  </a:ext>
                </a:extLst>
              </a:tr>
              <a:tr h="930610">
                <a:tc>
                  <a:txBody>
                    <a:bodyPr/>
                    <a:lstStyle/>
                    <a:p>
                      <a:pPr marL="67945">
                        <a:spcBef>
                          <a:spcPts val="20"/>
                        </a:spcBef>
                        <a:buNone/>
                      </a:pPr>
                      <a:r>
                        <a:rPr lang="en-US" sz="1800" spc="-10">
                          <a:effectLst/>
                        </a:rPr>
                        <a:t>createdAt</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945">
                        <a:spcBef>
                          <a:spcPts val="20"/>
                        </a:spcBef>
                        <a:buNone/>
                      </a:pPr>
                      <a:r>
                        <a:rPr lang="en-US" sz="1800" spc="-20">
                          <a:effectLst/>
                        </a:rPr>
                        <a:t>Date</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97155" marR="96520">
                        <a:lnSpc>
                          <a:spcPct val="150000"/>
                        </a:lnSpc>
                        <a:spcBef>
                          <a:spcPts val="695"/>
                        </a:spcBef>
                        <a:buNone/>
                        <a:tabLst>
                          <a:tab pos="740410" algn="l"/>
                        </a:tabLst>
                      </a:pPr>
                      <a:r>
                        <a:rPr lang="en-US" sz="1800" spc="-10">
                          <a:effectLst/>
                        </a:rPr>
                        <a:t>Default:</a:t>
                      </a:r>
                      <a:r>
                        <a:rPr lang="en-US" sz="1800">
                          <a:effectLst/>
                        </a:rPr>
                        <a:t>	</a:t>
                      </a:r>
                      <a:r>
                        <a:rPr lang="en-US" sz="1800" spc="-10">
                          <a:effectLst/>
                        </a:rPr>
                        <a:t>Current </a:t>
                      </a:r>
                      <a:r>
                        <a:rPr lang="en-US" sz="1800" spc="-20">
                          <a:effectLst/>
                        </a:rPr>
                        <a:t>Date</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945">
                        <a:lnSpc>
                          <a:spcPct val="150000"/>
                        </a:lnSpc>
                        <a:spcBef>
                          <a:spcPts val="20"/>
                        </a:spcBef>
                        <a:buNone/>
                      </a:pPr>
                      <a:r>
                        <a:rPr lang="en-US" sz="1800" dirty="0">
                          <a:effectLst/>
                        </a:rPr>
                        <a:t>Records</a:t>
                      </a:r>
                      <a:r>
                        <a:rPr lang="en-US" sz="1800" spc="200" dirty="0">
                          <a:effectLst/>
                        </a:rPr>
                        <a:t> </a:t>
                      </a:r>
                      <a:r>
                        <a:rPr lang="en-US" sz="1800" dirty="0">
                          <a:effectLst/>
                        </a:rPr>
                        <a:t>the</a:t>
                      </a:r>
                      <a:r>
                        <a:rPr lang="en-US" sz="1800" spc="200" dirty="0">
                          <a:effectLst/>
                        </a:rPr>
                        <a:t> </a:t>
                      </a:r>
                      <a:r>
                        <a:rPr lang="en-US" sz="1800" dirty="0">
                          <a:effectLst/>
                        </a:rPr>
                        <a:t>date</a:t>
                      </a:r>
                      <a:r>
                        <a:rPr lang="en-US" sz="1800" spc="200" dirty="0">
                          <a:effectLst/>
                        </a:rPr>
                        <a:t> </a:t>
                      </a:r>
                      <a:r>
                        <a:rPr lang="en-US" sz="1800" dirty="0">
                          <a:effectLst/>
                        </a:rPr>
                        <a:t>and</a:t>
                      </a:r>
                      <a:r>
                        <a:rPr lang="en-US" sz="1800" spc="200" dirty="0">
                          <a:effectLst/>
                        </a:rPr>
                        <a:t> </a:t>
                      </a:r>
                      <a:r>
                        <a:rPr lang="en-US" sz="1800" dirty="0">
                          <a:effectLst/>
                        </a:rPr>
                        <a:t>time when the event was created.</a:t>
                      </a:r>
                      <a:endParaRPr lang="en-IN" sz="18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extLst>
                  <a:ext uri="{0D108BD9-81ED-4DB2-BD59-A6C34878D82A}">
                    <a16:rowId xmlns:a16="http://schemas.microsoft.com/office/drawing/2014/main" val="2601195051"/>
                  </a:ext>
                </a:extLst>
              </a:tr>
              <a:tr h="1182100">
                <a:tc>
                  <a:txBody>
                    <a:bodyPr/>
                    <a:lstStyle/>
                    <a:p>
                      <a:pPr marL="67945">
                        <a:spcBef>
                          <a:spcPts val="20"/>
                        </a:spcBef>
                        <a:buNone/>
                      </a:pPr>
                      <a:r>
                        <a:rPr lang="en-US" sz="1800" spc="-10">
                          <a:effectLst/>
                        </a:rPr>
                        <a:t>updatedAt</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945">
                        <a:spcBef>
                          <a:spcPts val="20"/>
                        </a:spcBef>
                        <a:buNone/>
                      </a:pPr>
                      <a:r>
                        <a:rPr lang="en-US" sz="1800" spc="-20">
                          <a:effectLst/>
                        </a:rPr>
                        <a:t>Date</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945">
                        <a:spcBef>
                          <a:spcPts val="20"/>
                        </a:spcBef>
                        <a:buNone/>
                      </a:pPr>
                      <a:r>
                        <a:rPr lang="en-US" sz="1800">
                          <a:effectLst/>
                        </a:rPr>
                        <a:t>Auto</a:t>
                      </a:r>
                      <a:r>
                        <a:rPr lang="en-US" sz="1800" spc="-40">
                          <a:effectLst/>
                        </a:rPr>
                        <a:t> </a:t>
                      </a:r>
                      <a:r>
                        <a:rPr lang="en-US" sz="1800" spc="-10">
                          <a:effectLst/>
                        </a:rPr>
                        <a:t>Updated</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945">
                        <a:lnSpc>
                          <a:spcPct val="150000"/>
                        </a:lnSpc>
                        <a:spcBef>
                          <a:spcPts val="20"/>
                        </a:spcBef>
                        <a:buNone/>
                      </a:pPr>
                      <a:r>
                        <a:rPr lang="en-US" sz="1800" dirty="0">
                          <a:effectLst/>
                        </a:rPr>
                        <a:t>Records</a:t>
                      </a:r>
                      <a:r>
                        <a:rPr lang="en-US" sz="1800" spc="200" dirty="0">
                          <a:effectLst/>
                        </a:rPr>
                        <a:t> </a:t>
                      </a:r>
                      <a:r>
                        <a:rPr lang="en-US" sz="1800" dirty="0">
                          <a:effectLst/>
                        </a:rPr>
                        <a:t>the</a:t>
                      </a:r>
                      <a:r>
                        <a:rPr lang="en-US" sz="1800" spc="200" dirty="0">
                          <a:effectLst/>
                        </a:rPr>
                        <a:t> </a:t>
                      </a:r>
                      <a:r>
                        <a:rPr lang="en-US" sz="1800" dirty="0">
                          <a:effectLst/>
                        </a:rPr>
                        <a:t>date</a:t>
                      </a:r>
                      <a:r>
                        <a:rPr lang="en-US" sz="1800" spc="200" dirty="0">
                          <a:effectLst/>
                        </a:rPr>
                        <a:t> </a:t>
                      </a:r>
                      <a:r>
                        <a:rPr lang="en-US" sz="1800" dirty="0">
                          <a:effectLst/>
                        </a:rPr>
                        <a:t>and</a:t>
                      </a:r>
                      <a:r>
                        <a:rPr lang="en-US" sz="1800" spc="200" dirty="0">
                          <a:effectLst/>
                        </a:rPr>
                        <a:t> </a:t>
                      </a:r>
                      <a:r>
                        <a:rPr lang="en-US" sz="1800" dirty="0">
                          <a:effectLst/>
                        </a:rPr>
                        <a:t>time when</a:t>
                      </a:r>
                      <a:r>
                        <a:rPr lang="en-US" sz="1800" spc="75" dirty="0">
                          <a:effectLst/>
                        </a:rPr>
                        <a:t> </a:t>
                      </a:r>
                      <a:r>
                        <a:rPr lang="en-US" sz="1800" dirty="0">
                          <a:effectLst/>
                        </a:rPr>
                        <a:t>the</a:t>
                      </a:r>
                      <a:r>
                        <a:rPr lang="en-US" sz="1800" spc="75" dirty="0">
                          <a:effectLst/>
                        </a:rPr>
                        <a:t> </a:t>
                      </a:r>
                      <a:r>
                        <a:rPr lang="en-US" sz="1800" dirty="0">
                          <a:effectLst/>
                        </a:rPr>
                        <a:t>event</a:t>
                      </a:r>
                      <a:r>
                        <a:rPr lang="en-US" sz="1800" spc="75" dirty="0">
                          <a:effectLst/>
                        </a:rPr>
                        <a:t> </a:t>
                      </a:r>
                      <a:r>
                        <a:rPr lang="en-US" sz="1800" dirty="0">
                          <a:effectLst/>
                        </a:rPr>
                        <a:t>details</a:t>
                      </a:r>
                      <a:r>
                        <a:rPr lang="en-US" sz="1800" spc="75" dirty="0">
                          <a:effectLst/>
                        </a:rPr>
                        <a:t> </a:t>
                      </a:r>
                      <a:r>
                        <a:rPr lang="en-US" sz="1800" spc="-20" dirty="0">
                          <a:effectLst/>
                        </a:rPr>
                        <a:t>were</a:t>
                      </a:r>
                      <a:endParaRPr lang="en-IN" sz="1800" dirty="0">
                        <a:effectLst/>
                      </a:endParaRPr>
                    </a:p>
                    <a:p>
                      <a:pPr marL="67945">
                        <a:spcBef>
                          <a:spcPts val="5"/>
                        </a:spcBef>
                        <a:buNone/>
                      </a:pPr>
                      <a:r>
                        <a:rPr lang="en-US" sz="1800" dirty="0">
                          <a:effectLst/>
                        </a:rPr>
                        <a:t>last</a:t>
                      </a:r>
                      <a:r>
                        <a:rPr lang="en-US" sz="1800" spc="-25" dirty="0">
                          <a:effectLst/>
                        </a:rPr>
                        <a:t> </a:t>
                      </a:r>
                      <a:r>
                        <a:rPr lang="en-US" sz="1800" spc="-10" dirty="0">
                          <a:effectLst/>
                        </a:rPr>
                        <a:t>updated.</a:t>
                      </a:r>
                      <a:endParaRPr lang="en-IN" sz="18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extLst>
                  <a:ext uri="{0D108BD9-81ED-4DB2-BD59-A6C34878D82A}">
                    <a16:rowId xmlns:a16="http://schemas.microsoft.com/office/drawing/2014/main" val="682411693"/>
                  </a:ext>
                </a:extLst>
              </a:tr>
            </a:tbl>
          </a:graphicData>
        </a:graphic>
      </p:graphicFrame>
      <p:sp>
        <p:nvSpPr>
          <p:cNvPr id="9" name="TextBox 8">
            <a:extLst>
              <a:ext uri="{FF2B5EF4-FFF2-40B4-BE49-F238E27FC236}">
                <a16:creationId xmlns:a16="http://schemas.microsoft.com/office/drawing/2014/main" id="{D0D91129-D525-8C52-7D9F-AE86E4F64417}"/>
              </a:ext>
            </a:extLst>
          </p:cNvPr>
          <p:cNvSpPr txBox="1"/>
          <p:nvPr/>
        </p:nvSpPr>
        <p:spPr>
          <a:xfrm>
            <a:off x="3507971" y="2885"/>
            <a:ext cx="7315200" cy="523220"/>
          </a:xfrm>
          <a:prstGeom prst="rect">
            <a:avLst/>
          </a:prstGeom>
          <a:noFill/>
        </p:spPr>
        <p:txBody>
          <a:bodyPr wrap="square">
            <a:spAutoFit/>
          </a:bodyPr>
          <a:lstStyle/>
          <a:p>
            <a:pPr algn="ctr"/>
            <a:r>
              <a:rPr lang="en-IN" sz="2800" b="1" i="0" u="none" strike="noStrike" baseline="0" dirty="0">
                <a:solidFill>
                  <a:srgbClr val="000000"/>
                </a:solidFill>
              </a:rPr>
              <a:t>Data</a:t>
            </a:r>
            <a:r>
              <a:rPr lang="en-IN" sz="2800" b="1" dirty="0">
                <a:solidFill>
                  <a:srgbClr val="000000"/>
                </a:solidFill>
              </a:rPr>
              <a:t>b</a:t>
            </a:r>
            <a:r>
              <a:rPr lang="en-IN" sz="2800" b="1" i="0" u="none" strike="noStrike" baseline="0" dirty="0">
                <a:solidFill>
                  <a:srgbClr val="000000"/>
                </a:solidFill>
              </a:rPr>
              <a:t>ase Description </a:t>
            </a:r>
            <a:endParaRPr lang="en-IN" sz="2800" b="1" dirty="0"/>
          </a:p>
        </p:txBody>
      </p:sp>
      <p:sp>
        <p:nvSpPr>
          <p:cNvPr id="4" name="Rectangle 3">
            <a:extLst>
              <a:ext uri="{FF2B5EF4-FFF2-40B4-BE49-F238E27FC236}">
                <a16:creationId xmlns:a16="http://schemas.microsoft.com/office/drawing/2014/main" id="{7B0192B3-9AE6-35AD-4EB2-7B287FB0F545}"/>
              </a:ext>
            </a:extLst>
          </p:cNvPr>
          <p:cNvSpPr/>
          <p:nvPr/>
        </p:nvSpPr>
        <p:spPr>
          <a:xfrm>
            <a:off x="12874336" y="7658100"/>
            <a:ext cx="1683330" cy="458691"/>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5203845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254351CE-3745-31C8-C178-E6D9E1A96FFE}"/>
              </a:ext>
            </a:extLst>
          </p:cNvPr>
          <p:cNvGraphicFramePr>
            <a:graphicFrameLocks noGrp="1"/>
          </p:cNvGraphicFramePr>
          <p:nvPr>
            <p:extLst>
              <p:ext uri="{D42A27DB-BD31-4B8C-83A1-F6EECF244321}">
                <p14:modId xmlns:p14="http://schemas.microsoft.com/office/powerpoint/2010/main" val="1670226507"/>
              </p:ext>
            </p:extLst>
          </p:nvPr>
        </p:nvGraphicFramePr>
        <p:xfrm>
          <a:off x="149629" y="680758"/>
          <a:ext cx="7310726" cy="7361263"/>
        </p:xfrm>
        <a:graphic>
          <a:graphicData uri="http://schemas.openxmlformats.org/drawingml/2006/table">
            <a:tbl>
              <a:tblPr firstRow="1" firstCol="1" lastRow="1" lastCol="1" bandRow="1" bandCol="1">
                <a:tableStyleId>{7E9639D4-E3E2-4D34-9284-5A2195B3D0D7}</a:tableStyleId>
              </a:tblPr>
              <a:tblGrid>
                <a:gridCol w="1362069">
                  <a:extLst>
                    <a:ext uri="{9D8B030D-6E8A-4147-A177-3AD203B41FA5}">
                      <a16:colId xmlns:a16="http://schemas.microsoft.com/office/drawing/2014/main" val="3493817623"/>
                    </a:ext>
                  </a:extLst>
                </a:gridCol>
                <a:gridCol w="1249483">
                  <a:extLst>
                    <a:ext uri="{9D8B030D-6E8A-4147-A177-3AD203B41FA5}">
                      <a16:colId xmlns:a16="http://schemas.microsoft.com/office/drawing/2014/main" val="3201973535"/>
                    </a:ext>
                  </a:extLst>
                </a:gridCol>
                <a:gridCol w="1774148">
                  <a:extLst>
                    <a:ext uri="{9D8B030D-6E8A-4147-A177-3AD203B41FA5}">
                      <a16:colId xmlns:a16="http://schemas.microsoft.com/office/drawing/2014/main" val="4110968044"/>
                    </a:ext>
                  </a:extLst>
                </a:gridCol>
                <a:gridCol w="2925026">
                  <a:extLst>
                    <a:ext uri="{9D8B030D-6E8A-4147-A177-3AD203B41FA5}">
                      <a16:colId xmlns:a16="http://schemas.microsoft.com/office/drawing/2014/main" val="4252345819"/>
                    </a:ext>
                  </a:extLst>
                </a:gridCol>
              </a:tblGrid>
              <a:tr h="331882">
                <a:tc>
                  <a:txBody>
                    <a:bodyPr/>
                    <a:lstStyle/>
                    <a:p>
                      <a:pPr marL="67945">
                        <a:spcBef>
                          <a:spcPts val="20"/>
                        </a:spcBef>
                        <a:buNone/>
                      </a:pPr>
                      <a:r>
                        <a:rPr lang="en-US" sz="1800" spc="-20">
                          <a:effectLst/>
                        </a:rPr>
                        <a:t>Field</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945">
                        <a:spcBef>
                          <a:spcPts val="20"/>
                        </a:spcBef>
                        <a:buNone/>
                      </a:pPr>
                      <a:r>
                        <a:rPr lang="en-US" sz="1800">
                          <a:effectLst/>
                        </a:rPr>
                        <a:t>Fild</a:t>
                      </a:r>
                      <a:r>
                        <a:rPr lang="en-US" sz="1800" spc="-20">
                          <a:effectLst/>
                        </a:rPr>
                        <a:t> type</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945">
                        <a:spcBef>
                          <a:spcPts val="20"/>
                        </a:spcBef>
                        <a:buNone/>
                      </a:pPr>
                      <a:r>
                        <a:rPr lang="en-US" sz="1800" spc="-10">
                          <a:effectLst/>
                        </a:rPr>
                        <a:t>Constreint</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310">
                        <a:spcBef>
                          <a:spcPts val="20"/>
                        </a:spcBef>
                        <a:buNone/>
                      </a:pPr>
                      <a:r>
                        <a:rPr lang="en-US" sz="1800" spc="-10">
                          <a:effectLst/>
                        </a:rPr>
                        <a:t>Description</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extLst>
                  <a:ext uri="{0D108BD9-81ED-4DB2-BD59-A6C34878D82A}">
                    <a16:rowId xmlns:a16="http://schemas.microsoft.com/office/drawing/2014/main" val="2328489371"/>
                  </a:ext>
                </a:extLst>
              </a:tr>
              <a:tr h="781807">
                <a:tc>
                  <a:txBody>
                    <a:bodyPr/>
                    <a:lstStyle/>
                    <a:p>
                      <a:pPr marL="67945">
                        <a:spcBef>
                          <a:spcPts val="20"/>
                        </a:spcBef>
                        <a:buNone/>
                      </a:pPr>
                      <a:r>
                        <a:rPr lang="en-US" sz="1800" spc="-25">
                          <a:effectLst/>
                        </a:rPr>
                        <a:t>id</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945">
                        <a:spcBef>
                          <a:spcPts val="20"/>
                        </a:spcBef>
                        <a:buNone/>
                      </a:pPr>
                      <a:r>
                        <a:rPr lang="en-US" sz="1800" spc="-10">
                          <a:effectLst/>
                        </a:rPr>
                        <a:t>ObjectId</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945">
                        <a:spcBef>
                          <a:spcPts val="20"/>
                        </a:spcBef>
                        <a:buNone/>
                      </a:pPr>
                      <a:r>
                        <a:rPr lang="en-US" sz="1800">
                          <a:effectLst/>
                        </a:rPr>
                        <a:t>Primary</a:t>
                      </a:r>
                      <a:r>
                        <a:rPr lang="en-US" sz="1800" spc="165">
                          <a:effectLst/>
                        </a:rPr>
                        <a:t>  </a:t>
                      </a:r>
                      <a:r>
                        <a:rPr lang="en-US" sz="1800">
                          <a:effectLst/>
                        </a:rPr>
                        <a:t>Key,</a:t>
                      </a:r>
                      <a:r>
                        <a:rPr lang="en-US" sz="1800" spc="175">
                          <a:effectLst/>
                        </a:rPr>
                        <a:t>  </a:t>
                      </a:r>
                      <a:r>
                        <a:rPr lang="en-US" sz="1800" spc="-20">
                          <a:effectLst/>
                        </a:rPr>
                        <a:t>Auto-</a:t>
                      </a:r>
                      <a:endParaRPr lang="en-IN" sz="1800">
                        <a:effectLst/>
                      </a:endParaRPr>
                    </a:p>
                    <a:p>
                      <a:pPr marL="67945">
                        <a:spcBef>
                          <a:spcPts val="705"/>
                        </a:spcBef>
                        <a:buNone/>
                      </a:pPr>
                      <a:r>
                        <a:rPr lang="en-US" sz="1800" spc="-10">
                          <a:effectLst/>
                        </a:rPr>
                        <a:t>generated</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310">
                        <a:spcBef>
                          <a:spcPts val="20"/>
                        </a:spcBef>
                        <a:buNone/>
                      </a:pPr>
                      <a:r>
                        <a:rPr lang="en-US" sz="1800">
                          <a:effectLst/>
                        </a:rPr>
                        <a:t>Unique</a:t>
                      </a:r>
                      <a:r>
                        <a:rPr lang="en-US" sz="1800" spc="290">
                          <a:effectLst/>
                        </a:rPr>
                        <a:t> </a:t>
                      </a:r>
                      <a:r>
                        <a:rPr lang="en-US" sz="1800">
                          <a:effectLst/>
                        </a:rPr>
                        <a:t>identifier</a:t>
                      </a:r>
                      <a:r>
                        <a:rPr lang="en-US" sz="1800" spc="285">
                          <a:effectLst/>
                        </a:rPr>
                        <a:t> </a:t>
                      </a:r>
                      <a:r>
                        <a:rPr lang="en-US" sz="1800">
                          <a:effectLst/>
                        </a:rPr>
                        <a:t>for</a:t>
                      </a:r>
                      <a:r>
                        <a:rPr lang="en-US" sz="1800" spc="285">
                          <a:effectLst/>
                        </a:rPr>
                        <a:t> </a:t>
                      </a:r>
                      <a:r>
                        <a:rPr lang="en-US" sz="1800">
                          <a:effectLst/>
                        </a:rPr>
                        <a:t>each</a:t>
                      </a:r>
                      <a:r>
                        <a:rPr lang="en-US" sz="1800" spc="290">
                          <a:effectLst/>
                        </a:rPr>
                        <a:t> </a:t>
                      </a:r>
                      <a:r>
                        <a:rPr lang="en-US" sz="1800" spc="-10">
                          <a:effectLst/>
                        </a:rPr>
                        <a:t>package</a:t>
                      </a:r>
                      <a:endParaRPr lang="en-IN" sz="1800">
                        <a:effectLst/>
                      </a:endParaRPr>
                    </a:p>
                    <a:p>
                      <a:pPr marL="67310">
                        <a:spcBef>
                          <a:spcPts val="705"/>
                        </a:spcBef>
                        <a:buNone/>
                      </a:pPr>
                      <a:r>
                        <a:rPr lang="en-US" sz="1800" spc="-10">
                          <a:effectLst/>
                        </a:rPr>
                        <a:t>document.</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extLst>
                  <a:ext uri="{0D108BD9-81ED-4DB2-BD59-A6C34878D82A}">
                    <a16:rowId xmlns:a16="http://schemas.microsoft.com/office/drawing/2014/main" val="4056412136"/>
                  </a:ext>
                </a:extLst>
              </a:tr>
              <a:tr h="667585">
                <a:tc>
                  <a:txBody>
                    <a:bodyPr/>
                    <a:lstStyle/>
                    <a:p>
                      <a:pPr marL="67945">
                        <a:spcBef>
                          <a:spcPts val="20"/>
                        </a:spcBef>
                        <a:buNone/>
                      </a:pPr>
                      <a:r>
                        <a:rPr lang="en-US" sz="1800" spc="-20">
                          <a:effectLst/>
                        </a:rPr>
                        <a:t>name</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945">
                        <a:spcBef>
                          <a:spcPts val="20"/>
                        </a:spcBef>
                        <a:buNone/>
                      </a:pPr>
                      <a:r>
                        <a:rPr lang="en-US" sz="1800" spc="-10">
                          <a:effectLst/>
                        </a:rPr>
                        <a:t>String</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945">
                        <a:spcBef>
                          <a:spcPts val="20"/>
                        </a:spcBef>
                        <a:buNone/>
                      </a:pPr>
                      <a:r>
                        <a:rPr lang="en-US" sz="1800">
                          <a:effectLst/>
                        </a:rPr>
                        <a:t>Required,</a:t>
                      </a:r>
                      <a:r>
                        <a:rPr lang="en-US" sz="1800" spc="-45">
                          <a:effectLst/>
                        </a:rPr>
                        <a:t> </a:t>
                      </a:r>
                      <a:r>
                        <a:rPr lang="en-US" sz="1800">
                          <a:effectLst/>
                        </a:rPr>
                        <a:t>Not</a:t>
                      </a:r>
                      <a:r>
                        <a:rPr lang="en-US" sz="1800" spc="-35">
                          <a:effectLst/>
                        </a:rPr>
                        <a:t> </a:t>
                      </a:r>
                      <a:r>
                        <a:rPr lang="en-US" sz="1800" spc="-20">
                          <a:effectLst/>
                        </a:rPr>
                        <a:t>Null</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310" marR="69215">
                        <a:lnSpc>
                          <a:spcPct val="150000"/>
                        </a:lnSpc>
                        <a:spcBef>
                          <a:spcPts val="20"/>
                        </a:spcBef>
                        <a:buNone/>
                        <a:tabLst>
                          <a:tab pos="617220" algn="l"/>
                          <a:tab pos="969010" algn="l"/>
                          <a:tab pos="1471295" algn="l"/>
                          <a:tab pos="1739900" algn="l"/>
                          <a:tab pos="2091690" algn="l"/>
                        </a:tabLst>
                      </a:pPr>
                      <a:r>
                        <a:rPr lang="en-US" sz="1800" spc="-10">
                          <a:effectLst/>
                        </a:rPr>
                        <a:t>Stores</a:t>
                      </a:r>
                      <a:r>
                        <a:rPr lang="en-US" sz="1800">
                          <a:effectLst/>
                        </a:rPr>
                        <a:t>	</a:t>
                      </a:r>
                      <a:r>
                        <a:rPr lang="en-US" sz="1800" spc="-20">
                          <a:effectLst/>
                        </a:rPr>
                        <a:t>the</a:t>
                      </a:r>
                      <a:r>
                        <a:rPr lang="en-US" sz="1800">
                          <a:effectLst/>
                        </a:rPr>
                        <a:t>	</a:t>
                      </a:r>
                      <a:r>
                        <a:rPr lang="en-US" sz="1800" spc="-20">
                          <a:effectLst/>
                        </a:rPr>
                        <a:t>name</a:t>
                      </a:r>
                      <a:r>
                        <a:rPr lang="en-US" sz="1800">
                          <a:effectLst/>
                        </a:rPr>
                        <a:t>	</a:t>
                      </a:r>
                      <a:r>
                        <a:rPr lang="en-US" sz="1800" spc="-30">
                          <a:effectLst/>
                        </a:rPr>
                        <a:t>of</a:t>
                      </a:r>
                      <a:r>
                        <a:rPr lang="en-US" sz="1800">
                          <a:effectLst/>
                        </a:rPr>
                        <a:t>	</a:t>
                      </a:r>
                      <a:r>
                        <a:rPr lang="en-US" sz="1800" spc="-20">
                          <a:effectLst/>
                        </a:rPr>
                        <a:t>the</a:t>
                      </a:r>
                      <a:r>
                        <a:rPr lang="en-US" sz="1800">
                          <a:effectLst/>
                        </a:rPr>
                        <a:t>	</a:t>
                      </a:r>
                      <a:r>
                        <a:rPr lang="en-US" sz="1800" spc="-20">
                          <a:effectLst/>
                        </a:rPr>
                        <a:t>event </a:t>
                      </a:r>
                      <a:r>
                        <a:rPr lang="en-US" sz="1800" spc="-10">
                          <a:effectLst/>
                        </a:rPr>
                        <a:t>package.</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extLst>
                  <a:ext uri="{0D108BD9-81ED-4DB2-BD59-A6C34878D82A}">
                    <a16:rowId xmlns:a16="http://schemas.microsoft.com/office/drawing/2014/main" val="1917598309"/>
                  </a:ext>
                </a:extLst>
              </a:tr>
              <a:tr h="1020379">
                <a:tc>
                  <a:txBody>
                    <a:bodyPr/>
                    <a:lstStyle/>
                    <a:p>
                      <a:pPr marL="67945">
                        <a:spcBef>
                          <a:spcPts val="20"/>
                        </a:spcBef>
                        <a:buNone/>
                      </a:pPr>
                      <a:r>
                        <a:rPr lang="en-US" sz="1800" spc="-10">
                          <a:effectLst/>
                        </a:rPr>
                        <a:t>description</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945">
                        <a:spcBef>
                          <a:spcPts val="20"/>
                        </a:spcBef>
                        <a:buNone/>
                      </a:pPr>
                      <a:r>
                        <a:rPr lang="en-US" sz="1800" spc="-10">
                          <a:effectLst/>
                        </a:rPr>
                        <a:t>String</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96520">
                        <a:spcBef>
                          <a:spcPts val="705"/>
                        </a:spcBef>
                        <a:buNone/>
                      </a:pPr>
                      <a:r>
                        <a:rPr lang="en-US" sz="1800" spc="-10" dirty="0">
                          <a:effectLst/>
                        </a:rPr>
                        <a:t>Required</a:t>
                      </a:r>
                      <a:endParaRPr lang="en-IN" sz="18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310">
                        <a:lnSpc>
                          <a:spcPct val="150000"/>
                        </a:lnSpc>
                        <a:spcBef>
                          <a:spcPts val="20"/>
                        </a:spcBef>
                        <a:buNone/>
                      </a:pPr>
                      <a:r>
                        <a:rPr lang="en-US" sz="1800">
                          <a:effectLst/>
                        </a:rPr>
                        <a:t>Provides</a:t>
                      </a:r>
                      <a:r>
                        <a:rPr lang="en-US" sz="1800" spc="190">
                          <a:effectLst/>
                        </a:rPr>
                        <a:t> </a:t>
                      </a:r>
                      <a:r>
                        <a:rPr lang="en-US" sz="1800">
                          <a:effectLst/>
                        </a:rPr>
                        <a:t>details</a:t>
                      </a:r>
                      <a:r>
                        <a:rPr lang="en-US" sz="1800" spc="200">
                          <a:effectLst/>
                        </a:rPr>
                        <a:t> </a:t>
                      </a:r>
                      <a:r>
                        <a:rPr lang="en-US" sz="1800">
                          <a:effectLst/>
                        </a:rPr>
                        <a:t>about</a:t>
                      </a:r>
                      <a:r>
                        <a:rPr lang="en-US" sz="1800" spc="200">
                          <a:effectLst/>
                        </a:rPr>
                        <a:t> </a:t>
                      </a:r>
                      <a:r>
                        <a:rPr lang="en-US" sz="1800">
                          <a:effectLst/>
                        </a:rPr>
                        <a:t>the</a:t>
                      </a:r>
                      <a:r>
                        <a:rPr lang="en-US" sz="1800" spc="200">
                          <a:effectLst/>
                        </a:rPr>
                        <a:t> </a:t>
                      </a:r>
                      <a:r>
                        <a:rPr lang="en-US" sz="1800">
                          <a:effectLst/>
                        </a:rPr>
                        <a:t>services included in the package.</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extLst>
                  <a:ext uri="{0D108BD9-81ED-4DB2-BD59-A6C34878D82A}">
                    <a16:rowId xmlns:a16="http://schemas.microsoft.com/office/drawing/2014/main" val="1998369698"/>
                  </a:ext>
                </a:extLst>
              </a:tr>
              <a:tr h="781807">
                <a:tc>
                  <a:txBody>
                    <a:bodyPr/>
                    <a:lstStyle/>
                    <a:p>
                      <a:pPr marL="67945">
                        <a:spcBef>
                          <a:spcPts val="20"/>
                        </a:spcBef>
                        <a:buNone/>
                      </a:pPr>
                      <a:r>
                        <a:rPr lang="en-US" sz="1800" spc="-10">
                          <a:effectLst/>
                        </a:rPr>
                        <a:t>price</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945">
                        <a:spcBef>
                          <a:spcPts val="20"/>
                        </a:spcBef>
                        <a:buNone/>
                      </a:pPr>
                      <a:r>
                        <a:rPr lang="en-US" sz="1800" spc="-10">
                          <a:effectLst/>
                        </a:rPr>
                        <a:t>Number</a:t>
                      </a:r>
                      <a:endParaRPr lang="en-IN" sz="1800">
                        <a:effectLst/>
                      </a:endParaRPr>
                    </a:p>
                    <a:p>
                      <a:pPr marL="67945">
                        <a:spcBef>
                          <a:spcPts val="705"/>
                        </a:spcBef>
                        <a:buNone/>
                      </a:pPr>
                      <a:r>
                        <a:rPr lang="en-US" sz="1800" spc="-10">
                          <a:effectLst/>
                        </a:rPr>
                        <a:t>(Integer)</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945">
                        <a:spcBef>
                          <a:spcPts val="20"/>
                        </a:spcBef>
                        <a:buNone/>
                        <a:tabLst>
                          <a:tab pos="828040" algn="l"/>
                        </a:tabLst>
                      </a:pPr>
                      <a:r>
                        <a:rPr lang="en-US" sz="1800" spc="-10">
                          <a:effectLst/>
                        </a:rPr>
                        <a:t>Required,</a:t>
                      </a:r>
                      <a:r>
                        <a:rPr lang="en-US" sz="1800">
                          <a:effectLst/>
                        </a:rPr>
                        <a:t>	</a:t>
                      </a:r>
                      <a:r>
                        <a:rPr lang="en-US" sz="1800" spc="-10">
                          <a:effectLst/>
                        </a:rPr>
                        <a:t>Minimum</a:t>
                      </a:r>
                      <a:endParaRPr lang="en-IN" sz="1800">
                        <a:effectLst/>
                      </a:endParaRPr>
                    </a:p>
                    <a:p>
                      <a:pPr marL="67945">
                        <a:spcBef>
                          <a:spcPts val="705"/>
                        </a:spcBef>
                        <a:buNone/>
                      </a:pPr>
                      <a:r>
                        <a:rPr lang="en-US" sz="1800" spc="-10">
                          <a:effectLst/>
                        </a:rPr>
                        <a:t>Value</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310">
                        <a:spcBef>
                          <a:spcPts val="20"/>
                        </a:spcBef>
                        <a:buNone/>
                      </a:pPr>
                      <a:r>
                        <a:rPr lang="en-US" sz="1800">
                          <a:effectLst/>
                        </a:rPr>
                        <a:t>Stores</a:t>
                      </a:r>
                      <a:r>
                        <a:rPr lang="en-US" sz="1800" spc="-20">
                          <a:effectLst/>
                        </a:rPr>
                        <a:t> </a:t>
                      </a:r>
                      <a:r>
                        <a:rPr lang="en-US" sz="1800">
                          <a:effectLst/>
                        </a:rPr>
                        <a:t>the</a:t>
                      </a:r>
                      <a:r>
                        <a:rPr lang="en-US" sz="1800" spc="-15">
                          <a:effectLst/>
                        </a:rPr>
                        <a:t> </a:t>
                      </a:r>
                      <a:r>
                        <a:rPr lang="en-US" sz="1800">
                          <a:effectLst/>
                        </a:rPr>
                        <a:t>cost</a:t>
                      </a:r>
                      <a:r>
                        <a:rPr lang="en-US" sz="1800" spc="-20">
                          <a:effectLst/>
                        </a:rPr>
                        <a:t> </a:t>
                      </a:r>
                      <a:r>
                        <a:rPr lang="en-US" sz="1800">
                          <a:effectLst/>
                        </a:rPr>
                        <a:t>of</a:t>
                      </a:r>
                      <a:r>
                        <a:rPr lang="en-US" sz="1800" spc="-20">
                          <a:effectLst/>
                        </a:rPr>
                        <a:t> </a:t>
                      </a:r>
                      <a:r>
                        <a:rPr lang="en-US" sz="1800">
                          <a:effectLst/>
                        </a:rPr>
                        <a:t>the</a:t>
                      </a:r>
                      <a:r>
                        <a:rPr lang="en-US" sz="1800" spc="-15">
                          <a:effectLst/>
                        </a:rPr>
                        <a:t> </a:t>
                      </a:r>
                      <a:r>
                        <a:rPr lang="en-US" sz="1800">
                          <a:effectLst/>
                        </a:rPr>
                        <a:t>event</a:t>
                      </a:r>
                      <a:r>
                        <a:rPr lang="en-US" sz="1800" spc="-20">
                          <a:effectLst/>
                        </a:rPr>
                        <a:t> </a:t>
                      </a:r>
                      <a:r>
                        <a:rPr lang="en-US" sz="1800" spc="-10">
                          <a:effectLst/>
                        </a:rPr>
                        <a:t>package.</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extLst>
                  <a:ext uri="{0D108BD9-81ED-4DB2-BD59-A6C34878D82A}">
                    <a16:rowId xmlns:a16="http://schemas.microsoft.com/office/drawing/2014/main" val="3577837806"/>
                  </a:ext>
                </a:extLst>
              </a:tr>
              <a:tr h="1255574">
                <a:tc>
                  <a:txBody>
                    <a:bodyPr/>
                    <a:lstStyle/>
                    <a:p>
                      <a:pPr marL="67945">
                        <a:spcBef>
                          <a:spcPts val="20"/>
                        </a:spcBef>
                        <a:buNone/>
                      </a:pPr>
                      <a:r>
                        <a:rPr lang="en-US" sz="1800" spc="-10">
                          <a:effectLst/>
                        </a:rPr>
                        <a:t>startDate</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945">
                        <a:spcBef>
                          <a:spcPts val="20"/>
                        </a:spcBef>
                        <a:buNone/>
                      </a:pPr>
                      <a:r>
                        <a:rPr lang="en-US" sz="1800" spc="-20">
                          <a:effectLst/>
                        </a:rPr>
                        <a:t>Date</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945">
                        <a:spcBef>
                          <a:spcPts val="20"/>
                        </a:spcBef>
                        <a:buNone/>
                      </a:pPr>
                      <a:r>
                        <a:rPr lang="en-US" sz="1800" spc="-10">
                          <a:effectLst/>
                        </a:rPr>
                        <a:t>Required</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945">
                        <a:spcBef>
                          <a:spcPts val="390"/>
                        </a:spcBef>
                        <a:buNone/>
                      </a:pPr>
                      <a:r>
                        <a:rPr lang="en-US" sz="1800" dirty="0">
                          <a:effectLst/>
                        </a:rPr>
                        <a:t> </a:t>
                      </a:r>
                      <a:endParaRPr lang="en-IN" sz="1800" dirty="0">
                        <a:effectLst/>
                      </a:endParaRPr>
                    </a:p>
                    <a:p>
                      <a:pPr marL="94615" marR="372110">
                        <a:lnSpc>
                          <a:spcPct val="150000"/>
                        </a:lnSpc>
                        <a:spcBef>
                          <a:spcPts val="20"/>
                        </a:spcBef>
                        <a:buNone/>
                      </a:pPr>
                      <a:r>
                        <a:rPr lang="en-US" sz="1800" dirty="0">
                          <a:effectLst/>
                        </a:rPr>
                        <a:t>Indicates</a:t>
                      </a:r>
                      <a:r>
                        <a:rPr lang="en-US" sz="1800" spc="-5" dirty="0">
                          <a:effectLst/>
                        </a:rPr>
                        <a:t> </a:t>
                      </a:r>
                      <a:r>
                        <a:rPr lang="en-US" sz="1800" dirty="0">
                          <a:effectLst/>
                        </a:rPr>
                        <a:t>the</a:t>
                      </a:r>
                      <a:r>
                        <a:rPr lang="en-US" sz="1800" spc="-5" dirty="0">
                          <a:effectLst/>
                        </a:rPr>
                        <a:t> </a:t>
                      </a:r>
                      <a:r>
                        <a:rPr lang="en-US" sz="1800" dirty="0">
                          <a:effectLst/>
                        </a:rPr>
                        <a:t>starting</a:t>
                      </a:r>
                      <a:r>
                        <a:rPr lang="en-US" sz="1800" spc="-10" dirty="0">
                          <a:effectLst/>
                        </a:rPr>
                        <a:t> </a:t>
                      </a:r>
                      <a:r>
                        <a:rPr lang="en-US" sz="1800" dirty="0">
                          <a:effectLst/>
                        </a:rPr>
                        <a:t>date</a:t>
                      </a:r>
                      <a:r>
                        <a:rPr lang="en-US" sz="1800" spc="-5" dirty="0">
                          <a:effectLst/>
                        </a:rPr>
                        <a:t> </a:t>
                      </a:r>
                      <a:r>
                        <a:rPr lang="en-US" sz="1800" dirty="0">
                          <a:effectLst/>
                        </a:rPr>
                        <a:t>of the package availability.</a:t>
                      </a:r>
                      <a:endParaRPr lang="en-IN" sz="18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extLst>
                  <a:ext uri="{0D108BD9-81ED-4DB2-BD59-A6C34878D82A}">
                    <a16:rowId xmlns:a16="http://schemas.microsoft.com/office/drawing/2014/main" val="3182382962"/>
                  </a:ext>
                </a:extLst>
              </a:tr>
              <a:tr h="781807">
                <a:tc>
                  <a:txBody>
                    <a:bodyPr/>
                    <a:lstStyle/>
                    <a:p>
                      <a:pPr marL="67945">
                        <a:spcBef>
                          <a:spcPts val="35"/>
                        </a:spcBef>
                        <a:buNone/>
                      </a:pPr>
                      <a:r>
                        <a:rPr lang="en-US" sz="1800" spc="-10">
                          <a:effectLst/>
                        </a:rPr>
                        <a:t>endDate</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945">
                        <a:spcBef>
                          <a:spcPts val="35"/>
                        </a:spcBef>
                        <a:buNone/>
                      </a:pPr>
                      <a:r>
                        <a:rPr lang="en-US" sz="1800" spc="-20">
                          <a:effectLst/>
                        </a:rPr>
                        <a:t>Date</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945">
                        <a:spcBef>
                          <a:spcPts val="35"/>
                        </a:spcBef>
                        <a:buNone/>
                      </a:pPr>
                      <a:r>
                        <a:rPr lang="en-US" sz="1800" spc="-10">
                          <a:effectLst/>
                        </a:rPr>
                        <a:t>Required</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310">
                        <a:spcBef>
                          <a:spcPts val="35"/>
                        </a:spcBef>
                        <a:buNone/>
                      </a:pPr>
                      <a:r>
                        <a:rPr lang="en-US" sz="1800">
                          <a:effectLst/>
                        </a:rPr>
                        <a:t>Indicates</a:t>
                      </a:r>
                      <a:r>
                        <a:rPr lang="en-US" sz="1800" spc="390">
                          <a:effectLst/>
                        </a:rPr>
                        <a:t> </a:t>
                      </a:r>
                      <a:r>
                        <a:rPr lang="en-US" sz="1800">
                          <a:effectLst/>
                        </a:rPr>
                        <a:t>the</a:t>
                      </a:r>
                      <a:r>
                        <a:rPr lang="en-US" sz="1800" spc="390">
                          <a:effectLst/>
                        </a:rPr>
                        <a:t> </a:t>
                      </a:r>
                      <a:r>
                        <a:rPr lang="en-US" sz="1800">
                          <a:effectLst/>
                        </a:rPr>
                        <a:t>ending</a:t>
                      </a:r>
                      <a:r>
                        <a:rPr lang="en-US" sz="1800" spc="385">
                          <a:effectLst/>
                        </a:rPr>
                        <a:t> </a:t>
                      </a:r>
                      <a:r>
                        <a:rPr lang="en-US" sz="1800">
                          <a:effectLst/>
                        </a:rPr>
                        <a:t>date</a:t>
                      </a:r>
                      <a:r>
                        <a:rPr lang="en-US" sz="1800" spc="390">
                          <a:effectLst/>
                        </a:rPr>
                        <a:t> </a:t>
                      </a:r>
                      <a:r>
                        <a:rPr lang="en-US" sz="1800">
                          <a:effectLst/>
                        </a:rPr>
                        <a:t>of</a:t>
                      </a:r>
                      <a:r>
                        <a:rPr lang="en-US" sz="1800" spc="385">
                          <a:effectLst/>
                        </a:rPr>
                        <a:t> </a:t>
                      </a:r>
                      <a:r>
                        <a:rPr lang="en-US" sz="1800" spc="-25">
                          <a:effectLst/>
                        </a:rPr>
                        <a:t>the</a:t>
                      </a:r>
                      <a:endParaRPr lang="en-IN" sz="1800">
                        <a:effectLst/>
                      </a:endParaRPr>
                    </a:p>
                    <a:p>
                      <a:pPr marL="67310">
                        <a:spcBef>
                          <a:spcPts val="695"/>
                        </a:spcBef>
                        <a:buNone/>
                      </a:pPr>
                      <a:r>
                        <a:rPr lang="en-US" sz="1800">
                          <a:effectLst/>
                        </a:rPr>
                        <a:t>package</a:t>
                      </a:r>
                      <a:r>
                        <a:rPr lang="en-US" sz="1800" spc="-30">
                          <a:effectLst/>
                        </a:rPr>
                        <a:t> </a:t>
                      </a:r>
                      <a:r>
                        <a:rPr lang="en-US" sz="1800" spc="-10">
                          <a:effectLst/>
                        </a:rPr>
                        <a:t>availability.</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extLst>
                  <a:ext uri="{0D108BD9-81ED-4DB2-BD59-A6C34878D82A}">
                    <a16:rowId xmlns:a16="http://schemas.microsoft.com/office/drawing/2014/main" val="4109082467"/>
                  </a:ext>
                </a:extLst>
              </a:tr>
              <a:tr h="860610">
                <a:tc>
                  <a:txBody>
                    <a:bodyPr/>
                    <a:lstStyle/>
                    <a:p>
                      <a:pPr marL="67945">
                        <a:spcBef>
                          <a:spcPts val="20"/>
                        </a:spcBef>
                        <a:buNone/>
                      </a:pPr>
                      <a:r>
                        <a:rPr lang="en-US" sz="1800" spc="-10">
                          <a:effectLst/>
                        </a:rPr>
                        <a:t>images</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945">
                        <a:spcBef>
                          <a:spcPts val="20"/>
                        </a:spcBef>
                        <a:buNone/>
                      </a:pPr>
                      <a:r>
                        <a:rPr lang="en-US" sz="1800" spc="-10">
                          <a:effectLst/>
                        </a:rPr>
                        <a:t>Array</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945">
                        <a:spcBef>
                          <a:spcPts val="20"/>
                        </a:spcBef>
                        <a:buNone/>
                      </a:pPr>
                      <a:r>
                        <a:rPr lang="en-US" sz="1800" spc="-10">
                          <a:effectLst/>
                        </a:rPr>
                        <a:t>Optional</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310">
                        <a:lnSpc>
                          <a:spcPct val="150000"/>
                        </a:lnSpc>
                        <a:spcBef>
                          <a:spcPts val="20"/>
                        </a:spcBef>
                        <a:buNone/>
                      </a:pPr>
                      <a:r>
                        <a:rPr lang="en-US" sz="1800" dirty="0">
                          <a:effectLst/>
                        </a:rPr>
                        <a:t>Stores</a:t>
                      </a:r>
                      <a:r>
                        <a:rPr lang="en-US" sz="1800" spc="400" dirty="0">
                          <a:effectLst/>
                        </a:rPr>
                        <a:t> </a:t>
                      </a:r>
                      <a:r>
                        <a:rPr lang="en-US" sz="1800" dirty="0">
                          <a:effectLst/>
                        </a:rPr>
                        <a:t>image</a:t>
                      </a:r>
                      <a:r>
                        <a:rPr lang="en-US" sz="1800" spc="400" dirty="0">
                          <a:effectLst/>
                        </a:rPr>
                        <a:t> </a:t>
                      </a:r>
                      <a:r>
                        <a:rPr lang="en-US" sz="1800" dirty="0">
                          <a:effectLst/>
                        </a:rPr>
                        <a:t>URLs</a:t>
                      </a:r>
                      <a:r>
                        <a:rPr lang="en-US" sz="1800" spc="400" dirty="0">
                          <a:effectLst/>
                        </a:rPr>
                        <a:t> </a:t>
                      </a:r>
                      <a:r>
                        <a:rPr lang="en-US" sz="1800" dirty="0">
                          <a:effectLst/>
                        </a:rPr>
                        <a:t>or</a:t>
                      </a:r>
                      <a:r>
                        <a:rPr lang="en-US" sz="1800" spc="400" dirty="0">
                          <a:effectLst/>
                        </a:rPr>
                        <a:t> </a:t>
                      </a:r>
                      <a:r>
                        <a:rPr lang="en-US" sz="1800" dirty="0">
                          <a:effectLst/>
                        </a:rPr>
                        <a:t>file</a:t>
                      </a:r>
                      <a:r>
                        <a:rPr lang="en-US" sz="1800" spc="400" dirty="0">
                          <a:effectLst/>
                        </a:rPr>
                        <a:t> </a:t>
                      </a:r>
                      <a:r>
                        <a:rPr lang="en-US" sz="1800" dirty="0">
                          <a:effectLst/>
                        </a:rPr>
                        <a:t>paths related to the package.</a:t>
                      </a:r>
                      <a:endParaRPr lang="en-IN" sz="18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extLst>
                  <a:ext uri="{0D108BD9-81ED-4DB2-BD59-A6C34878D82A}">
                    <a16:rowId xmlns:a16="http://schemas.microsoft.com/office/drawing/2014/main" val="926765822"/>
                  </a:ext>
                </a:extLst>
              </a:tr>
            </a:tbl>
          </a:graphicData>
        </a:graphic>
      </p:graphicFrame>
      <p:graphicFrame>
        <p:nvGraphicFramePr>
          <p:cNvPr id="12" name="Table 11">
            <a:extLst>
              <a:ext uri="{FF2B5EF4-FFF2-40B4-BE49-F238E27FC236}">
                <a16:creationId xmlns:a16="http://schemas.microsoft.com/office/drawing/2014/main" id="{D3CB0F7F-E0BF-D167-F2A8-3DE8555BAFDA}"/>
              </a:ext>
            </a:extLst>
          </p:cNvPr>
          <p:cNvGraphicFramePr>
            <a:graphicFrameLocks noGrp="1"/>
          </p:cNvGraphicFramePr>
          <p:nvPr>
            <p:extLst>
              <p:ext uri="{D42A27DB-BD31-4B8C-83A1-F6EECF244321}">
                <p14:modId xmlns:p14="http://schemas.microsoft.com/office/powerpoint/2010/main" val="204596352"/>
              </p:ext>
            </p:extLst>
          </p:nvPr>
        </p:nvGraphicFramePr>
        <p:xfrm>
          <a:off x="7735310" y="3556316"/>
          <a:ext cx="6745461" cy="3570351"/>
        </p:xfrm>
        <a:graphic>
          <a:graphicData uri="http://schemas.openxmlformats.org/drawingml/2006/table">
            <a:tbl>
              <a:tblPr firstRow="1" firstCol="1" lastRow="1" lastCol="1" bandRow="1" bandCol="1">
                <a:tableStyleId>{2D5ABB26-0587-4C30-8999-92F81FD0307C}</a:tableStyleId>
              </a:tblPr>
              <a:tblGrid>
                <a:gridCol w="1256754">
                  <a:extLst>
                    <a:ext uri="{9D8B030D-6E8A-4147-A177-3AD203B41FA5}">
                      <a16:colId xmlns:a16="http://schemas.microsoft.com/office/drawing/2014/main" val="1310558262"/>
                    </a:ext>
                  </a:extLst>
                </a:gridCol>
                <a:gridCol w="1152873">
                  <a:extLst>
                    <a:ext uri="{9D8B030D-6E8A-4147-A177-3AD203B41FA5}">
                      <a16:colId xmlns:a16="http://schemas.microsoft.com/office/drawing/2014/main" val="3285171356"/>
                    </a:ext>
                  </a:extLst>
                </a:gridCol>
                <a:gridCol w="1636971">
                  <a:extLst>
                    <a:ext uri="{9D8B030D-6E8A-4147-A177-3AD203B41FA5}">
                      <a16:colId xmlns:a16="http://schemas.microsoft.com/office/drawing/2014/main" val="3477447918"/>
                    </a:ext>
                  </a:extLst>
                </a:gridCol>
                <a:gridCol w="2698863">
                  <a:extLst>
                    <a:ext uri="{9D8B030D-6E8A-4147-A177-3AD203B41FA5}">
                      <a16:colId xmlns:a16="http://schemas.microsoft.com/office/drawing/2014/main" val="3719178434"/>
                    </a:ext>
                  </a:extLst>
                </a:gridCol>
              </a:tblGrid>
              <a:tr h="868905">
                <a:tc>
                  <a:txBody>
                    <a:bodyPr/>
                    <a:lstStyle/>
                    <a:p>
                      <a:pPr marL="67945">
                        <a:spcBef>
                          <a:spcPts val="20"/>
                        </a:spcBef>
                        <a:buNone/>
                      </a:pPr>
                      <a:r>
                        <a:rPr lang="en-US" sz="1800" spc="-10" dirty="0" err="1">
                          <a:effectLst/>
                        </a:rPr>
                        <a:t>Catrering</a:t>
                      </a:r>
                      <a:endParaRPr lang="en-IN" sz="18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spcBef>
                          <a:spcPts val="20"/>
                        </a:spcBef>
                        <a:buNone/>
                      </a:pPr>
                      <a:r>
                        <a:rPr lang="en-US" sz="1800" spc="-10" dirty="0">
                          <a:effectLst/>
                        </a:rPr>
                        <a:t>Array</a:t>
                      </a:r>
                      <a:endParaRPr lang="en-IN" sz="18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spcBef>
                          <a:spcPts val="20"/>
                        </a:spcBef>
                        <a:buNone/>
                      </a:pPr>
                      <a:r>
                        <a:rPr lang="en-US" sz="1800" spc="-10" dirty="0">
                          <a:effectLst/>
                        </a:rPr>
                        <a:t>Optional</a:t>
                      </a:r>
                      <a:endParaRPr lang="en-IN" sz="18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310" marR="69215">
                        <a:lnSpc>
                          <a:spcPct val="150000"/>
                        </a:lnSpc>
                        <a:spcBef>
                          <a:spcPts val="20"/>
                        </a:spcBef>
                        <a:buNone/>
                        <a:tabLst>
                          <a:tab pos="638175" algn="l"/>
                          <a:tab pos="1331595" algn="l"/>
                          <a:tab pos="1852295" algn="l"/>
                          <a:tab pos="2158365" algn="l"/>
                        </a:tabLst>
                      </a:pPr>
                      <a:r>
                        <a:rPr lang="en-US" sz="1800" spc="-10" dirty="0">
                          <a:effectLst/>
                        </a:rPr>
                        <a:t>Stores catering </a:t>
                      </a:r>
                      <a:r>
                        <a:rPr lang="en-US" sz="1800" spc="-20" dirty="0">
                          <a:effectLst/>
                        </a:rPr>
                        <a:t>items</a:t>
                      </a:r>
                      <a:r>
                        <a:rPr lang="en-US" sz="1800" dirty="0">
                          <a:effectLst/>
                        </a:rPr>
                        <a:t>	</a:t>
                      </a:r>
                      <a:r>
                        <a:rPr lang="en-US" sz="1800" spc="-30" dirty="0">
                          <a:effectLst/>
                        </a:rPr>
                        <a:t>or</a:t>
                      </a:r>
                      <a:r>
                        <a:rPr lang="en-US" sz="1800" dirty="0">
                          <a:effectLst/>
                        </a:rPr>
                        <a:t>	</a:t>
                      </a:r>
                      <a:r>
                        <a:rPr lang="en-US" sz="1800" spc="-20" dirty="0">
                          <a:effectLst/>
                        </a:rPr>
                        <a:t>food </a:t>
                      </a:r>
                      <a:r>
                        <a:rPr lang="en-US" sz="1800" dirty="0">
                          <a:effectLst/>
                        </a:rPr>
                        <a:t>services included in the package.</a:t>
                      </a:r>
                      <a:endParaRPr lang="en-IN" sz="18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16642283"/>
                  </a:ext>
                </a:extLst>
              </a:tr>
              <a:tr h="813214">
                <a:tc>
                  <a:txBody>
                    <a:bodyPr/>
                    <a:lstStyle/>
                    <a:p>
                      <a:pPr marL="67945">
                        <a:spcBef>
                          <a:spcPts val="20"/>
                        </a:spcBef>
                        <a:buNone/>
                      </a:pPr>
                      <a:r>
                        <a:rPr lang="en-US" sz="1800" spc="-10" dirty="0" err="1">
                          <a:effectLst/>
                        </a:rPr>
                        <a:t>createdAt</a:t>
                      </a:r>
                      <a:endParaRPr lang="en-IN" sz="18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spcBef>
                          <a:spcPts val="20"/>
                        </a:spcBef>
                        <a:buNone/>
                      </a:pPr>
                      <a:r>
                        <a:rPr lang="en-US" sz="1800" spc="-20" dirty="0">
                          <a:effectLst/>
                        </a:rPr>
                        <a:t>Date</a:t>
                      </a:r>
                      <a:endParaRPr lang="en-IN" sz="18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spcBef>
                          <a:spcPts val="20"/>
                        </a:spcBef>
                        <a:buNone/>
                      </a:pPr>
                      <a:r>
                        <a:rPr lang="en-US" sz="1800" dirty="0">
                          <a:effectLst/>
                        </a:rPr>
                        <a:t>Default:</a:t>
                      </a:r>
                      <a:r>
                        <a:rPr lang="en-US" sz="1800" spc="-45" dirty="0">
                          <a:effectLst/>
                        </a:rPr>
                        <a:t> </a:t>
                      </a:r>
                      <a:r>
                        <a:rPr lang="en-US" sz="1800" dirty="0">
                          <a:effectLst/>
                        </a:rPr>
                        <a:t>Current</a:t>
                      </a:r>
                      <a:r>
                        <a:rPr lang="en-US" sz="1800" spc="-35" dirty="0">
                          <a:effectLst/>
                        </a:rPr>
                        <a:t> </a:t>
                      </a:r>
                      <a:r>
                        <a:rPr lang="en-US" sz="1800" spc="-20" dirty="0">
                          <a:effectLst/>
                        </a:rPr>
                        <a:t>Date</a:t>
                      </a:r>
                      <a:endParaRPr lang="en-IN" sz="18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310">
                        <a:lnSpc>
                          <a:spcPct val="150000"/>
                        </a:lnSpc>
                        <a:spcBef>
                          <a:spcPts val="20"/>
                        </a:spcBef>
                        <a:buNone/>
                      </a:pPr>
                      <a:r>
                        <a:rPr lang="en-US" sz="1800" dirty="0">
                          <a:effectLst/>
                        </a:rPr>
                        <a:t>Records the date and time when the package was created.</a:t>
                      </a:r>
                      <a:endParaRPr lang="en-IN" sz="18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42284430"/>
                  </a:ext>
                </a:extLst>
              </a:tr>
              <a:tr h="761549">
                <a:tc>
                  <a:txBody>
                    <a:bodyPr/>
                    <a:lstStyle/>
                    <a:p>
                      <a:pPr marL="67945">
                        <a:spcBef>
                          <a:spcPts val="20"/>
                        </a:spcBef>
                        <a:buNone/>
                      </a:pPr>
                      <a:r>
                        <a:rPr lang="en-US" sz="1800" spc="-10">
                          <a:effectLst/>
                        </a:rPr>
                        <a:t>updatedAt</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spcBef>
                          <a:spcPts val="20"/>
                        </a:spcBef>
                        <a:buNone/>
                      </a:pPr>
                      <a:r>
                        <a:rPr lang="en-US" sz="1800" spc="-20">
                          <a:effectLst/>
                        </a:rPr>
                        <a:t>Date</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945">
                        <a:spcBef>
                          <a:spcPts val="20"/>
                        </a:spcBef>
                        <a:buNone/>
                      </a:pPr>
                      <a:r>
                        <a:rPr lang="en-US" sz="1800">
                          <a:effectLst/>
                        </a:rPr>
                        <a:t>Auto</a:t>
                      </a:r>
                      <a:r>
                        <a:rPr lang="en-US" sz="1800" spc="-40">
                          <a:effectLst/>
                        </a:rPr>
                        <a:t> </a:t>
                      </a:r>
                      <a:r>
                        <a:rPr lang="en-US" sz="1800" spc="-10">
                          <a:effectLst/>
                        </a:rPr>
                        <a:t>Updated</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7310">
                        <a:lnSpc>
                          <a:spcPct val="150000"/>
                        </a:lnSpc>
                        <a:spcBef>
                          <a:spcPts val="20"/>
                        </a:spcBef>
                        <a:buNone/>
                      </a:pPr>
                      <a:r>
                        <a:rPr lang="en-US" sz="1800" dirty="0">
                          <a:effectLst/>
                        </a:rPr>
                        <a:t>Records the date and time when the package details were last updated.</a:t>
                      </a:r>
                      <a:endParaRPr lang="en-IN" sz="18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1987396"/>
                  </a:ext>
                </a:extLst>
              </a:tr>
            </a:tbl>
          </a:graphicData>
        </a:graphic>
      </p:graphicFrame>
      <p:sp>
        <p:nvSpPr>
          <p:cNvPr id="13" name="TextBox 12">
            <a:extLst>
              <a:ext uri="{FF2B5EF4-FFF2-40B4-BE49-F238E27FC236}">
                <a16:creationId xmlns:a16="http://schemas.microsoft.com/office/drawing/2014/main" id="{975B5E1E-F651-7E22-AF6E-345C404B3C34}"/>
              </a:ext>
            </a:extLst>
          </p:cNvPr>
          <p:cNvSpPr txBox="1"/>
          <p:nvPr/>
        </p:nvSpPr>
        <p:spPr>
          <a:xfrm>
            <a:off x="12685221" y="7697584"/>
            <a:ext cx="1978429" cy="369332"/>
          </a:xfrm>
          <a:prstGeom prst="rect">
            <a:avLst/>
          </a:prstGeom>
          <a:noFill/>
        </p:spPr>
        <p:txBody>
          <a:bodyPr wrap="square" rtlCol="0">
            <a:spAutoFit/>
          </a:bodyPr>
          <a:lstStyle/>
          <a:p>
            <a:r>
              <a:rPr lang="en-US" dirty="0"/>
              <a:t>.      </a:t>
            </a:r>
            <a:endParaRPr lang="en-IN" dirty="0"/>
          </a:p>
        </p:txBody>
      </p:sp>
      <p:sp>
        <p:nvSpPr>
          <p:cNvPr id="14" name="Rectangle 13">
            <a:extLst>
              <a:ext uri="{FF2B5EF4-FFF2-40B4-BE49-F238E27FC236}">
                <a16:creationId xmlns:a16="http://schemas.microsoft.com/office/drawing/2014/main" id="{AC4D5B5D-C699-5869-13A1-C62A6C3CE462}"/>
              </a:ext>
            </a:extLst>
          </p:cNvPr>
          <p:cNvSpPr/>
          <p:nvPr/>
        </p:nvSpPr>
        <p:spPr>
          <a:xfrm>
            <a:off x="12502341" y="7570815"/>
            <a:ext cx="1995055" cy="535585"/>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5" name="TextBox 14">
            <a:extLst>
              <a:ext uri="{FF2B5EF4-FFF2-40B4-BE49-F238E27FC236}">
                <a16:creationId xmlns:a16="http://schemas.microsoft.com/office/drawing/2014/main" id="{9E47D4B7-B8A8-848C-0B8D-1B1A8A61EDFD}"/>
              </a:ext>
            </a:extLst>
          </p:cNvPr>
          <p:cNvSpPr txBox="1"/>
          <p:nvPr/>
        </p:nvSpPr>
        <p:spPr>
          <a:xfrm>
            <a:off x="3657600" y="59082"/>
            <a:ext cx="7315200" cy="461665"/>
          </a:xfrm>
          <a:prstGeom prst="rect">
            <a:avLst/>
          </a:prstGeom>
          <a:noFill/>
        </p:spPr>
        <p:txBody>
          <a:bodyPr wrap="square">
            <a:spAutoFit/>
          </a:bodyPr>
          <a:lstStyle/>
          <a:p>
            <a:pPr algn="ctr"/>
            <a:r>
              <a:rPr lang="en-IN" sz="2400" b="1" i="0" u="none" strike="noStrike" baseline="0" dirty="0">
                <a:solidFill>
                  <a:srgbClr val="000000"/>
                </a:solidFill>
                <a:latin typeface="Calibri" panose="020F0502020204030204" pitchFamily="34" charset="0"/>
              </a:rPr>
              <a:t>Package Collection : </a:t>
            </a:r>
            <a:endParaRPr lang="en-IN" sz="2400" dirty="0"/>
          </a:p>
        </p:txBody>
      </p:sp>
    </p:spTree>
    <p:extLst>
      <p:ext uri="{BB962C8B-B14F-4D97-AF65-F5344CB8AC3E}">
        <p14:creationId xmlns:p14="http://schemas.microsoft.com/office/powerpoint/2010/main" val="12064522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3A9C6E0-477F-8E4A-CAA0-186EFD41EBDD}"/>
              </a:ext>
            </a:extLst>
          </p:cNvPr>
          <p:cNvSpPr txBox="1"/>
          <p:nvPr/>
        </p:nvSpPr>
        <p:spPr>
          <a:xfrm>
            <a:off x="3657600" y="59082"/>
            <a:ext cx="7315200" cy="461665"/>
          </a:xfrm>
          <a:prstGeom prst="rect">
            <a:avLst/>
          </a:prstGeom>
          <a:noFill/>
        </p:spPr>
        <p:txBody>
          <a:bodyPr wrap="square">
            <a:spAutoFit/>
          </a:bodyPr>
          <a:lstStyle/>
          <a:p>
            <a:pPr algn="ctr"/>
            <a:r>
              <a:rPr lang="en-IN" sz="2400" b="1" i="0" u="none" strike="noStrike" baseline="0" dirty="0">
                <a:solidFill>
                  <a:srgbClr val="000000"/>
                </a:solidFill>
                <a:latin typeface="Calibri" panose="020F0502020204030204" pitchFamily="34" charset="0"/>
              </a:rPr>
              <a:t>User Collection : </a:t>
            </a:r>
            <a:endParaRPr lang="en-IN" sz="2400" dirty="0"/>
          </a:p>
        </p:txBody>
      </p:sp>
      <p:graphicFrame>
        <p:nvGraphicFramePr>
          <p:cNvPr id="3" name="Table 2">
            <a:extLst>
              <a:ext uri="{FF2B5EF4-FFF2-40B4-BE49-F238E27FC236}">
                <a16:creationId xmlns:a16="http://schemas.microsoft.com/office/drawing/2014/main" id="{A5625571-7902-2F79-A75D-23A96D124A2A}"/>
              </a:ext>
            </a:extLst>
          </p:cNvPr>
          <p:cNvGraphicFramePr>
            <a:graphicFrameLocks noGrp="1"/>
          </p:cNvGraphicFramePr>
          <p:nvPr>
            <p:extLst>
              <p:ext uri="{D42A27DB-BD31-4B8C-83A1-F6EECF244321}">
                <p14:modId xmlns:p14="http://schemas.microsoft.com/office/powerpoint/2010/main" val="230271764"/>
              </p:ext>
            </p:extLst>
          </p:nvPr>
        </p:nvGraphicFramePr>
        <p:xfrm>
          <a:off x="3386794" y="515383"/>
          <a:ext cx="7818756" cy="7596962"/>
        </p:xfrm>
        <a:graphic>
          <a:graphicData uri="http://schemas.openxmlformats.org/drawingml/2006/table">
            <a:tbl>
              <a:tblPr firstRow="1" firstCol="1" lastRow="1" lastCol="1" bandRow="1" bandCol="1">
                <a:tableStyleId>{7E9639D4-E3E2-4D34-9284-5A2195B3D0D7}</a:tableStyleId>
              </a:tblPr>
              <a:tblGrid>
                <a:gridCol w="1422048">
                  <a:extLst>
                    <a:ext uri="{9D8B030D-6E8A-4147-A177-3AD203B41FA5}">
                      <a16:colId xmlns:a16="http://schemas.microsoft.com/office/drawing/2014/main" val="170943135"/>
                    </a:ext>
                  </a:extLst>
                </a:gridCol>
                <a:gridCol w="1304240">
                  <a:extLst>
                    <a:ext uri="{9D8B030D-6E8A-4147-A177-3AD203B41FA5}">
                      <a16:colId xmlns:a16="http://schemas.microsoft.com/office/drawing/2014/main" val="734979135"/>
                    </a:ext>
                  </a:extLst>
                </a:gridCol>
                <a:gridCol w="2368687">
                  <a:extLst>
                    <a:ext uri="{9D8B030D-6E8A-4147-A177-3AD203B41FA5}">
                      <a16:colId xmlns:a16="http://schemas.microsoft.com/office/drawing/2014/main" val="691257833"/>
                    </a:ext>
                  </a:extLst>
                </a:gridCol>
                <a:gridCol w="2723781">
                  <a:extLst>
                    <a:ext uri="{9D8B030D-6E8A-4147-A177-3AD203B41FA5}">
                      <a16:colId xmlns:a16="http://schemas.microsoft.com/office/drawing/2014/main" val="3965666682"/>
                    </a:ext>
                  </a:extLst>
                </a:gridCol>
              </a:tblGrid>
              <a:tr h="345990">
                <a:tc>
                  <a:txBody>
                    <a:bodyPr/>
                    <a:lstStyle/>
                    <a:p>
                      <a:pPr marL="67945">
                        <a:spcBef>
                          <a:spcPts val="20"/>
                        </a:spcBef>
                        <a:buNone/>
                      </a:pPr>
                      <a:r>
                        <a:rPr lang="en-US" sz="1800" spc="-20" dirty="0">
                          <a:effectLst/>
                        </a:rPr>
                        <a:t>Field</a:t>
                      </a:r>
                      <a:endParaRPr lang="en-IN" sz="18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945">
                        <a:spcBef>
                          <a:spcPts val="20"/>
                        </a:spcBef>
                        <a:buNone/>
                      </a:pPr>
                      <a:r>
                        <a:rPr lang="en-US" sz="1800">
                          <a:effectLst/>
                        </a:rPr>
                        <a:t>Field</a:t>
                      </a:r>
                      <a:r>
                        <a:rPr lang="en-US" sz="1800" spc="-25">
                          <a:effectLst/>
                        </a:rPr>
                        <a:t> </a:t>
                      </a:r>
                      <a:r>
                        <a:rPr lang="en-US" sz="1800" spc="-20">
                          <a:effectLst/>
                        </a:rPr>
                        <a:t>type</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6040">
                        <a:spcBef>
                          <a:spcPts val="20"/>
                        </a:spcBef>
                        <a:buNone/>
                      </a:pPr>
                      <a:r>
                        <a:rPr lang="en-US" sz="1800" spc="-10">
                          <a:effectLst/>
                        </a:rPr>
                        <a:t>Constraint</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310">
                        <a:spcBef>
                          <a:spcPts val="20"/>
                        </a:spcBef>
                        <a:buNone/>
                      </a:pPr>
                      <a:r>
                        <a:rPr lang="en-US" sz="1800" spc="-10">
                          <a:effectLst/>
                        </a:rPr>
                        <a:t>Description</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extLst>
                  <a:ext uri="{0D108BD9-81ED-4DB2-BD59-A6C34878D82A}">
                    <a16:rowId xmlns:a16="http://schemas.microsoft.com/office/drawing/2014/main" val="2884742808"/>
                  </a:ext>
                </a:extLst>
              </a:tr>
              <a:tr h="871169">
                <a:tc>
                  <a:txBody>
                    <a:bodyPr/>
                    <a:lstStyle/>
                    <a:p>
                      <a:pPr marL="67945">
                        <a:spcBef>
                          <a:spcPts val="20"/>
                        </a:spcBef>
                        <a:buNone/>
                      </a:pPr>
                      <a:r>
                        <a:rPr lang="en-US" sz="1800" spc="-25">
                          <a:effectLst/>
                        </a:rPr>
                        <a:t>Id</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945">
                        <a:spcBef>
                          <a:spcPts val="20"/>
                        </a:spcBef>
                        <a:buNone/>
                      </a:pPr>
                      <a:r>
                        <a:rPr lang="en-US" sz="1800" spc="-10">
                          <a:effectLst/>
                        </a:rPr>
                        <a:t>ObjectId</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6040">
                        <a:spcBef>
                          <a:spcPts val="20"/>
                        </a:spcBef>
                        <a:buNone/>
                        <a:tabLst>
                          <a:tab pos="854075" algn="l"/>
                          <a:tab pos="1372235" algn="l"/>
                        </a:tabLst>
                      </a:pPr>
                      <a:r>
                        <a:rPr lang="en-US" sz="1800" spc="-10">
                          <a:effectLst/>
                        </a:rPr>
                        <a:t>Primary</a:t>
                      </a:r>
                      <a:r>
                        <a:rPr lang="en-US" sz="1800">
                          <a:effectLst/>
                        </a:rPr>
                        <a:t>	</a:t>
                      </a:r>
                      <a:r>
                        <a:rPr lang="en-US" sz="1800" spc="-20">
                          <a:effectLst/>
                        </a:rPr>
                        <a:t>Key,</a:t>
                      </a:r>
                      <a:r>
                        <a:rPr lang="en-US" sz="1800">
                          <a:effectLst/>
                        </a:rPr>
                        <a:t>	</a:t>
                      </a:r>
                      <a:r>
                        <a:rPr lang="en-US" sz="1800" spc="-20">
                          <a:effectLst/>
                        </a:rPr>
                        <a:t>Auto-</a:t>
                      </a:r>
                      <a:endParaRPr lang="en-IN" sz="1800">
                        <a:effectLst/>
                      </a:endParaRPr>
                    </a:p>
                    <a:p>
                      <a:pPr marL="66040">
                        <a:spcBef>
                          <a:spcPts val="705"/>
                        </a:spcBef>
                        <a:buNone/>
                      </a:pPr>
                      <a:r>
                        <a:rPr lang="en-US" sz="1800">
                          <a:effectLst/>
                        </a:rPr>
                        <a:t>generated,</a:t>
                      </a:r>
                      <a:r>
                        <a:rPr lang="en-US" sz="1800" spc="-50">
                          <a:effectLst/>
                        </a:rPr>
                        <a:t> </a:t>
                      </a:r>
                      <a:r>
                        <a:rPr lang="en-US" sz="1800" spc="-10">
                          <a:effectLst/>
                        </a:rPr>
                        <a:t>Required</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310">
                        <a:spcBef>
                          <a:spcPts val="20"/>
                        </a:spcBef>
                        <a:buNone/>
                      </a:pPr>
                      <a:r>
                        <a:rPr lang="en-US" sz="1800">
                          <a:effectLst/>
                        </a:rPr>
                        <a:t>Unique</a:t>
                      </a:r>
                      <a:r>
                        <a:rPr lang="en-US" sz="1800" spc="210">
                          <a:effectLst/>
                        </a:rPr>
                        <a:t>  </a:t>
                      </a:r>
                      <a:r>
                        <a:rPr lang="en-US" sz="1800">
                          <a:effectLst/>
                        </a:rPr>
                        <a:t>identifier</a:t>
                      </a:r>
                      <a:r>
                        <a:rPr lang="en-US" sz="1800" spc="210">
                          <a:effectLst/>
                        </a:rPr>
                        <a:t>  </a:t>
                      </a:r>
                      <a:r>
                        <a:rPr lang="en-US" sz="1800">
                          <a:effectLst/>
                        </a:rPr>
                        <a:t>for</a:t>
                      </a:r>
                      <a:r>
                        <a:rPr lang="en-US" sz="1800" spc="205">
                          <a:effectLst/>
                        </a:rPr>
                        <a:t>  </a:t>
                      </a:r>
                      <a:r>
                        <a:rPr lang="en-US" sz="1800" spc="-20">
                          <a:effectLst/>
                        </a:rPr>
                        <a:t>each</a:t>
                      </a:r>
                      <a:endParaRPr lang="en-IN" sz="1800">
                        <a:effectLst/>
                      </a:endParaRPr>
                    </a:p>
                    <a:p>
                      <a:pPr marL="67310">
                        <a:spcBef>
                          <a:spcPts val="705"/>
                        </a:spcBef>
                        <a:buNone/>
                      </a:pPr>
                      <a:r>
                        <a:rPr lang="en-US" sz="1800">
                          <a:effectLst/>
                        </a:rPr>
                        <a:t>user</a:t>
                      </a:r>
                      <a:r>
                        <a:rPr lang="en-US" sz="1800" spc="-5">
                          <a:effectLst/>
                        </a:rPr>
                        <a:t> </a:t>
                      </a:r>
                      <a:r>
                        <a:rPr lang="en-US" sz="1800" spc="-10">
                          <a:effectLst/>
                        </a:rPr>
                        <a:t>document.</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extLst>
                  <a:ext uri="{0D108BD9-81ED-4DB2-BD59-A6C34878D82A}">
                    <a16:rowId xmlns:a16="http://schemas.microsoft.com/office/drawing/2014/main" val="2431782385"/>
                  </a:ext>
                </a:extLst>
              </a:tr>
              <a:tr h="871169">
                <a:tc>
                  <a:txBody>
                    <a:bodyPr/>
                    <a:lstStyle/>
                    <a:p>
                      <a:pPr marL="67945">
                        <a:spcBef>
                          <a:spcPts val="20"/>
                        </a:spcBef>
                        <a:buNone/>
                      </a:pPr>
                      <a:r>
                        <a:rPr lang="en-US" sz="1800" spc="-10">
                          <a:effectLst/>
                        </a:rPr>
                        <a:t>fullname</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945">
                        <a:spcBef>
                          <a:spcPts val="20"/>
                        </a:spcBef>
                        <a:buNone/>
                      </a:pPr>
                      <a:r>
                        <a:rPr lang="en-US" sz="1800" spc="-10">
                          <a:effectLst/>
                        </a:rPr>
                        <a:t>String</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6040">
                        <a:spcBef>
                          <a:spcPts val="20"/>
                        </a:spcBef>
                        <a:buNone/>
                      </a:pPr>
                      <a:r>
                        <a:rPr lang="en-US" sz="1800">
                          <a:effectLst/>
                        </a:rPr>
                        <a:t>Required,</a:t>
                      </a:r>
                      <a:r>
                        <a:rPr lang="en-US" sz="1800" spc="-45">
                          <a:effectLst/>
                        </a:rPr>
                        <a:t> </a:t>
                      </a:r>
                      <a:r>
                        <a:rPr lang="en-US" sz="1800">
                          <a:effectLst/>
                        </a:rPr>
                        <a:t>Not</a:t>
                      </a:r>
                      <a:r>
                        <a:rPr lang="en-US" sz="1800" spc="-35">
                          <a:effectLst/>
                        </a:rPr>
                        <a:t> </a:t>
                      </a:r>
                      <a:r>
                        <a:rPr lang="en-US" sz="1800" spc="-25">
                          <a:effectLst/>
                        </a:rPr>
                        <a:t>Nul</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310">
                        <a:spcBef>
                          <a:spcPts val="20"/>
                        </a:spcBef>
                        <a:buNone/>
                      </a:pPr>
                      <a:r>
                        <a:rPr lang="en-US" sz="1800">
                          <a:effectLst/>
                        </a:rPr>
                        <a:t>Stores</a:t>
                      </a:r>
                      <a:r>
                        <a:rPr lang="en-US" sz="1800" spc="350">
                          <a:effectLst/>
                        </a:rPr>
                        <a:t> </a:t>
                      </a:r>
                      <a:r>
                        <a:rPr lang="en-US" sz="1800">
                          <a:effectLst/>
                        </a:rPr>
                        <a:t>the</a:t>
                      </a:r>
                      <a:r>
                        <a:rPr lang="en-US" sz="1800" spc="355">
                          <a:effectLst/>
                        </a:rPr>
                        <a:t> </a:t>
                      </a:r>
                      <a:r>
                        <a:rPr lang="en-US" sz="1800">
                          <a:effectLst/>
                        </a:rPr>
                        <a:t>full</a:t>
                      </a:r>
                      <a:r>
                        <a:rPr lang="en-US" sz="1800" spc="345">
                          <a:effectLst/>
                        </a:rPr>
                        <a:t> </a:t>
                      </a:r>
                      <a:r>
                        <a:rPr lang="en-US" sz="1800">
                          <a:effectLst/>
                        </a:rPr>
                        <a:t>name</a:t>
                      </a:r>
                      <a:r>
                        <a:rPr lang="en-US" sz="1800" spc="355">
                          <a:effectLst/>
                        </a:rPr>
                        <a:t> </a:t>
                      </a:r>
                      <a:r>
                        <a:rPr lang="en-US" sz="1800">
                          <a:effectLst/>
                        </a:rPr>
                        <a:t>of</a:t>
                      </a:r>
                      <a:r>
                        <a:rPr lang="en-US" sz="1800" spc="350">
                          <a:effectLst/>
                        </a:rPr>
                        <a:t> </a:t>
                      </a:r>
                      <a:r>
                        <a:rPr lang="en-US" sz="1800" spc="-25">
                          <a:effectLst/>
                        </a:rPr>
                        <a:t>the</a:t>
                      </a:r>
                      <a:endParaRPr lang="en-IN" sz="1800">
                        <a:effectLst/>
                      </a:endParaRPr>
                    </a:p>
                    <a:p>
                      <a:pPr marL="67310">
                        <a:spcBef>
                          <a:spcPts val="705"/>
                        </a:spcBef>
                        <a:buNone/>
                      </a:pPr>
                      <a:r>
                        <a:rPr lang="en-US" sz="1800" spc="-10">
                          <a:effectLst/>
                        </a:rPr>
                        <a:t>user.</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extLst>
                  <a:ext uri="{0D108BD9-81ED-4DB2-BD59-A6C34878D82A}">
                    <a16:rowId xmlns:a16="http://schemas.microsoft.com/office/drawing/2014/main" val="4002401982"/>
                  </a:ext>
                </a:extLst>
              </a:tr>
              <a:tr h="1020352">
                <a:tc>
                  <a:txBody>
                    <a:bodyPr/>
                    <a:lstStyle/>
                    <a:p>
                      <a:pPr marL="67945">
                        <a:spcBef>
                          <a:spcPts val="20"/>
                        </a:spcBef>
                        <a:buNone/>
                      </a:pPr>
                      <a:r>
                        <a:rPr lang="en-US" sz="1800" spc="-10">
                          <a:effectLst/>
                        </a:rPr>
                        <a:t>email</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945">
                        <a:spcBef>
                          <a:spcPts val="20"/>
                        </a:spcBef>
                        <a:buNone/>
                      </a:pPr>
                      <a:r>
                        <a:rPr lang="en-US" sz="1800" spc="-10">
                          <a:effectLst/>
                        </a:rPr>
                        <a:t>String</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6040">
                        <a:spcBef>
                          <a:spcPts val="20"/>
                        </a:spcBef>
                        <a:buNone/>
                      </a:pPr>
                      <a:r>
                        <a:rPr lang="en-US" sz="1800">
                          <a:effectLst/>
                        </a:rPr>
                        <a:t>Required,</a:t>
                      </a:r>
                      <a:r>
                        <a:rPr lang="en-US" sz="1800" spc="-55">
                          <a:effectLst/>
                        </a:rPr>
                        <a:t> </a:t>
                      </a:r>
                      <a:r>
                        <a:rPr lang="en-US" sz="1800" spc="-10">
                          <a:effectLst/>
                        </a:rPr>
                        <a:t>Unique</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310">
                        <a:spcBef>
                          <a:spcPts val="20"/>
                        </a:spcBef>
                        <a:buNone/>
                        <a:tabLst>
                          <a:tab pos="666115" algn="l"/>
                          <a:tab pos="1066800" algn="l"/>
                          <a:tab pos="1641475" algn="l"/>
                        </a:tabLst>
                      </a:pPr>
                      <a:r>
                        <a:rPr lang="en-US" sz="1800" spc="-10">
                          <a:effectLst/>
                        </a:rPr>
                        <a:t>Stores</a:t>
                      </a:r>
                      <a:r>
                        <a:rPr lang="en-US" sz="1800">
                          <a:effectLst/>
                        </a:rPr>
                        <a:t>	</a:t>
                      </a:r>
                      <a:r>
                        <a:rPr lang="en-US" sz="1800" spc="-25">
                          <a:effectLst/>
                        </a:rPr>
                        <a:t>the</a:t>
                      </a:r>
                      <a:r>
                        <a:rPr lang="en-US" sz="1800">
                          <a:effectLst/>
                        </a:rPr>
                        <a:t>	</a:t>
                      </a:r>
                      <a:r>
                        <a:rPr lang="en-US" sz="1800" spc="-10">
                          <a:effectLst/>
                        </a:rPr>
                        <a:t>user’s</a:t>
                      </a:r>
                      <a:r>
                        <a:rPr lang="en-US" sz="1800">
                          <a:effectLst/>
                        </a:rPr>
                        <a:t>	</a:t>
                      </a:r>
                      <a:r>
                        <a:rPr lang="en-US" sz="1800" spc="-10">
                          <a:effectLst/>
                        </a:rPr>
                        <a:t>email</a:t>
                      </a:r>
                      <a:endParaRPr lang="en-IN" sz="1800">
                        <a:effectLst/>
                      </a:endParaRPr>
                    </a:p>
                    <a:p>
                      <a:pPr marL="67310">
                        <a:lnSpc>
                          <a:spcPts val="2100"/>
                        </a:lnSpc>
                        <a:spcBef>
                          <a:spcPts val="15"/>
                        </a:spcBef>
                        <a:buNone/>
                      </a:pPr>
                      <a:r>
                        <a:rPr lang="en-US" sz="1800">
                          <a:effectLst/>
                        </a:rPr>
                        <a:t>address</a:t>
                      </a:r>
                      <a:r>
                        <a:rPr lang="en-US" sz="1800" spc="200">
                          <a:effectLst/>
                        </a:rPr>
                        <a:t> </a:t>
                      </a:r>
                      <a:r>
                        <a:rPr lang="en-US" sz="1800">
                          <a:effectLst/>
                        </a:rPr>
                        <a:t>used</a:t>
                      </a:r>
                      <a:r>
                        <a:rPr lang="en-US" sz="1800" spc="200">
                          <a:effectLst/>
                        </a:rPr>
                        <a:t> </a:t>
                      </a:r>
                      <a:r>
                        <a:rPr lang="en-US" sz="1800">
                          <a:effectLst/>
                        </a:rPr>
                        <a:t>for</a:t>
                      </a:r>
                      <a:r>
                        <a:rPr lang="en-US" sz="1800" spc="200">
                          <a:effectLst/>
                        </a:rPr>
                        <a:t> </a:t>
                      </a:r>
                      <a:r>
                        <a:rPr lang="en-US" sz="1800">
                          <a:effectLst/>
                        </a:rPr>
                        <a:t>login</a:t>
                      </a:r>
                      <a:r>
                        <a:rPr lang="en-US" sz="1800" spc="200">
                          <a:effectLst/>
                        </a:rPr>
                        <a:t> </a:t>
                      </a:r>
                      <a:r>
                        <a:rPr lang="en-US" sz="1800">
                          <a:effectLst/>
                        </a:rPr>
                        <a:t>and </a:t>
                      </a:r>
                      <a:r>
                        <a:rPr lang="en-US" sz="1800" spc="-10">
                          <a:effectLst/>
                        </a:rPr>
                        <a:t>communication.</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extLst>
                  <a:ext uri="{0D108BD9-81ED-4DB2-BD59-A6C34878D82A}">
                    <a16:rowId xmlns:a16="http://schemas.microsoft.com/office/drawing/2014/main" val="1216947947"/>
                  </a:ext>
                </a:extLst>
              </a:tr>
              <a:tr h="871169">
                <a:tc>
                  <a:txBody>
                    <a:bodyPr/>
                    <a:lstStyle/>
                    <a:p>
                      <a:pPr marL="67945">
                        <a:spcBef>
                          <a:spcPts val="20"/>
                        </a:spcBef>
                        <a:buNone/>
                      </a:pPr>
                      <a:r>
                        <a:rPr lang="en-US" sz="1800" spc="-10">
                          <a:effectLst/>
                        </a:rPr>
                        <a:t>password</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945">
                        <a:spcBef>
                          <a:spcPts val="20"/>
                        </a:spcBef>
                        <a:buNone/>
                      </a:pPr>
                      <a:r>
                        <a:rPr lang="en-US" sz="1800" spc="-10">
                          <a:effectLst/>
                        </a:rPr>
                        <a:t>String</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6040">
                        <a:spcBef>
                          <a:spcPts val="20"/>
                        </a:spcBef>
                        <a:buNone/>
                      </a:pPr>
                      <a:r>
                        <a:rPr lang="en-US" sz="1800" spc="-10" dirty="0">
                          <a:effectLst/>
                        </a:rPr>
                        <a:t>Required</a:t>
                      </a:r>
                      <a:endParaRPr lang="en-IN" sz="18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310">
                        <a:spcBef>
                          <a:spcPts val="20"/>
                        </a:spcBef>
                        <a:buNone/>
                      </a:pPr>
                      <a:r>
                        <a:rPr lang="en-US" sz="1800">
                          <a:effectLst/>
                        </a:rPr>
                        <a:t>Stores</a:t>
                      </a:r>
                      <a:r>
                        <a:rPr lang="en-US" sz="1800" spc="155">
                          <a:effectLst/>
                        </a:rPr>
                        <a:t> </a:t>
                      </a:r>
                      <a:r>
                        <a:rPr lang="en-US" sz="1800">
                          <a:effectLst/>
                        </a:rPr>
                        <a:t>the</a:t>
                      </a:r>
                      <a:r>
                        <a:rPr lang="en-US" sz="1800" spc="160">
                          <a:effectLst/>
                        </a:rPr>
                        <a:t> </a:t>
                      </a:r>
                      <a:r>
                        <a:rPr lang="en-US" sz="1800" spc="-10">
                          <a:effectLst/>
                        </a:rPr>
                        <a:t>encrypted/hashed</a:t>
                      </a:r>
                      <a:endParaRPr lang="en-IN" sz="1800">
                        <a:effectLst/>
                      </a:endParaRPr>
                    </a:p>
                    <a:p>
                      <a:pPr marL="67310">
                        <a:spcBef>
                          <a:spcPts val="705"/>
                        </a:spcBef>
                        <a:buNone/>
                      </a:pPr>
                      <a:r>
                        <a:rPr lang="en-US" sz="1800">
                          <a:effectLst/>
                        </a:rPr>
                        <a:t>password</a:t>
                      </a:r>
                      <a:r>
                        <a:rPr lang="en-US" sz="1800" spc="-20">
                          <a:effectLst/>
                        </a:rPr>
                        <a:t> </a:t>
                      </a:r>
                      <a:r>
                        <a:rPr lang="en-US" sz="1800">
                          <a:effectLst/>
                        </a:rPr>
                        <a:t>of</a:t>
                      </a:r>
                      <a:r>
                        <a:rPr lang="en-US" sz="1800" spc="-20">
                          <a:effectLst/>
                        </a:rPr>
                        <a:t> </a:t>
                      </a:r>
                      <a:r>
                        <a:rPr lang="en-US" sz="1800">
                          <a:effectLst/>
                        </a:rPr>
                        <a:t>the</a:t>
                      </a:r>
                      <a:r>
                        <a:rPr lang="en-US" sz="1800" spc="-15">
                          <a:effectLst/>
                        </a:rPr>
                        <a:t> </a:t>
                      </a:r>
                      <a:r>
                        <a:rPr lang="en-US" sz="1800" spc="-20">
                          <a:effectLst/>
                        </a:rPr>
                        <a:t>user.</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extLst>
                  <a:ext uri="{0D108BD9-81ED-4DB2-BD59-A6C34878D82A}">
                    <a16:rowId xmlns:a16="http://schemas.microsoft.com/office/drawing/2014/main" val="3145123142"/>
                  </a:ext>
                </a:extLst>
              </a:tr>
              <a:tr h="871169">
                <a:tc>
                  <a:txBody>
                    <a:bodyPr/>
                    <a:lstStyle/>
                    <a:p>
                      <a:pPr marL="67945">
                        <a:spcBef>
                          <a:spcPts val="20"/>
                        </a:spcBef>
                        <a:buNone/>
                      </a:pPr>
                      <a:r>
                        <a:rPr lang="en-US" sz="1800" spc="-20">
                          <a:effectLst/>
                        </a:rPr>
                        <a:t>phone</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945">
                        <a:spcBef>
                          <a:spcPts val="20"/>
                        </a:spcBef>
                        <a:buNone/>
                      </a:pPr>
                      <a:r>
                        <a:rPr lang="en-US" sz="1800" spc="-10">
                          <a:effectLst/>
                        </a:rPr>
                        <a:t>String</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6040">
                        <a:spcBef>
                          <a:spcPts val="20"/>
                        </a:spcBef>
                        <a:buNone/>
                      </a:pPr>
                      <a:r>
                        <a:rPr lang="en-US" sz="1800" spc="-10">
                          <a:effectLst/>
                        </a:rPr>
                        <a:t>Required</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310">
                        <a:spcBef>
                          <a:spcPts val="20"/>
                        </a:spcBef>
                        <a:buNone/>
                        <a:tabLst>
                          <a:tab pos="626745" algn="l"/>
                          <a:tab pos="987425" algn="l"/>
                          <a:tab pos="1524000" algn="l"/>
                        </a:tabLst>
                      </a:pPr>
                      <a:r>
                        <a:rPr lang="en-US" sz="1800" spc="-10">
                          <a:effectLst/>
                        </a:rPr>
                        <a:t>Stores</a:t>
                      </a:r>
                      <a:r>
                        <a:rPr lang="en-US" sz="1800">
                          <a:effectLst/>
                        </a:rPr>
                        <a:t>	</a:t>
                      </a:r>
                      <a:r>
                        <a:rPr lang="en-US" sz="1800" spc="-25">
                          <a:effectLst/>
                        </a:rPr>
                        <a:t>the</a:t>
                      </a:r>
                      <a:r>
                        <a:rPr lang="en-US" sz="1800">
                          <a:effectLst/>
                        </a:rPr>
                        <a:t>	</a:t>
                      </a:r>
                      <a:r>
                        <a:rPr lang="en-US" sz="1800" spc="-10">
                          <a:effectLst/>
                        </a:rPr>
                        <a:t>user’s</a:t>
                      </a:r>
                      <a:r>
                        <a:rPr lang="en-US" sz="1800">
                          <a:effectLst/>
                        </a:rPr>
                        <a:t>	</a:t>
                      </a:r>
                      <a:r>
                        <a:rPr lang="en-US" sz="1800" spc="-10">
                          <a:effectLst/>
                        </a:rPr>
                        <a:t>contact</a:t>
                      </a:r>
                      <a:endParaRPr lang="en-IN" sz="1800">
                        <a:effectLst/>
                      </a:endParaRPr>
                    </a:p>
                    <a:p>
                      <a:pPr marL="67310">
                        <a:spcBef>
                          <a:spcPts val="705"/>
                        </a:spcBef>
                        <a:buNone/>
                      </a:pPr>
                      <a:r>
                        <a:rPr lang="en-US" sz="1800">
                          <a:effectLst/>
                        </a:rPr>
                        <a:t>phone</a:t>
                      </a:r>
                      <a:r>
                        <a:rPr lang="en-US" sz="1800" spc="-5">
                          <a:effectLst/>
                        </a:rPr>
                        <a:t> </a:t>
                      </a:r>
                      <a:r>
                        <a:rPr lang="en-US" sz="1800" spc="-10">
                          <a:effectLst/>
                        </a:rPr>
                        <a:t>number.</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extLst>
                  <a:ext uri="{0D108BD9-81ED-4DB2-BD59-A6C34878D82A}">
                    <a16:rowId xmlns:a16="http://schemas.microsoft.com/office/drawing/2014/main" val="1487681048"/>
                  </a:ext>
                </a:extLst>
              </a:tr>
              <a:tr h="1441433">
                <a:tc>
                  <a:txBody>
                    <a:bodyPr/>
                    <a:lstStyle/>
                    <a:p>
                      <a:pPr marL="67945">
                        <a:spcBef>
                          <a:spcPts val="20"/>
                        </a:spcBef>
                        <a:buNone/>
                      </a:pPr>
                      <a:r>
                        <a:rPr lang="en-US" sz="1800" spc="-10">
                          <a:effectLst/>
                        </a:rPr>
                        <a:t>createdAt</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945">
                        <a:spcBef>
                          <a:spcPts val="20"/>
                        </a:spcBef>
                        <a:buNone/>
                      </a:pPr>
                      <a:r>
                        <a:rPr lang="en-US" sz="1800" spc="-20">
                          <a:effectLst/>
                        </a:rPr>
                        <a:t>Date</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6040">
                        <a:spcBef>
                          <a:spcPts val="20"/>
                        </a:spcBef>
                        <a:buNone/>
                      </a:pPr>
                      <a:r>
                        <a:rPr lang="en-US" sz="1800">
                          <a:effectLst/>
                        </a:rPr>
                        <a:t>Default:</a:t>
                      </a:r>
                      <a:r>
                        <a:rPr lang="en-US" sz="1800" spc="-45">
                          <a:effectLst/>
                        </a:rPr>
                        <a:t> </a:t>
                      </a:r>
                      <a:r>
                        <a:rPr lang="en-US" sz="1800">
                          <a:effectLst/>
                        </a:rPr>
                        <a:t>Current</a:t>
                      </a:r>
                      <a:r>
                        <a:rPr lang="en-US" sz="1800" spc="-35">
                          <a:effectLst/>
                        </a:rPr>
                        <a:t> </a:t>
                      </a:r>
                      <a:r>
                        <a:rPr lang="en-US" sz="1800" spc="-20">
                          <a:effectLst/>
                        </a:rPr>
                        <a:t>Date</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310">
                        <a:lnSpc>
                          <a:spcPct val="150000"/>
                        </a:lnSpc>
                        <a:spcBef>
                          <a:spcPts val="20"/>
                        </a:spcBef>
                        <a:buNone/>
                      </a:pPr>
                      <a:r>
                        <a:rPr lang="en-US" sz="1800">
                          <a:effectLst/>
                        </a:rPr>
                        <a:t>Records</a:t>
                      </a:r>
                      <a:r>
                        <a:rPr lang="en-US" sz="1800" spc="400">
                          <a:effectLst/>
                        </a:rPr>
                        <a:t> </a:t>
                      </a:r>
                      <a:r>
                        <a:rPr lang="en-US" sz="1800">
                          <a:effectLst/>
                        </a:rPr>
                        <a:t>the</a:t>
                      </a:r>
                      <a:r>
                        <a:rPr lang="en-US" sz="1800" spc="400">
                          <a:effectLst/>
                        </a:rPr>
                        <a:t> </a:t>
                      </a:r>
                      <a:r>
                        <a:rPr lang="en-US" sz="1800">
                          <a:effectLst/>
                        </a:rPr>
                        <a:t>date</a:t>
                      </a:r>
                      <a:r>
                        <a:rPr lang="en-US" sz="1800" spc="400">
                          <a:effectLst/>
                        </a:rPr>
                        <a:t> </a:t>
                      </a:r>
                      <a:r>
                        <a:rPr lang="en-US" sz="1800">
                          <a:effectLst/>
                        </a:rPr>
                        <a:t>and</a:t>
                      </a:r>
                      <a:r>
                        <a:rPr lang="en-US" sz="1800" spc="400">
                          <a:effectLst/>
                        </a:rPr>
                        <a:t> </a:t>
                      </a:r>
                      <a:r>
                        <a:rPr lang="en-US" sz="1800">
                          <a:effectLst/>
                        </a:rPr>
                        <a:t>time when</a:t>
                      </a:r>
                      <a:r>
                        <a:rPr lang="en-US" sz="1800" spc="325">
                          <a:effectLst/>
                        </a:rPr>
                        <a:t> </a:t>
                      </a:r>
                      <a:r>
                        <a:rPr lang="en-US" sz="1800">
                          <a:effectLst/>
                        </a:rPr>
                        <a:t>the</a:t>
                      </a:r>
                      <a:r>
                        <a:rPr lang="en-US" sz="1800" spc="325">
                          <a:effectLst/>
                        </a:rPr>
                        <a:t> </a:t>
                      </a:r>
                      <a:r>
                        <a:rPr lang="en-US" sz="1800">
                          <a:effectLst/>
                        </a:rPr>
                        <a:t>user</a:t>
                      </a:r>
                      <a:r>
                        <a:rPr lang="en-US" sz="1800" spc="320">
                          <a:effectLst/>
                        </a:rPr>
                        <a:t> </a:t>
                      </a:r>
                      <a:r>
                        <a:rPr lang="en-US" sz="1800">
                          <a:effectLst/>
                        </a:rPr>
                        <a:t>account</a:t>
                      </a:r>
                      <a:r>
                        <a:rPr lang="en-US" sz="1800" spc="330">
                          <a:effectLst/>
                        </a:rPr>
                        <a:t> </a:t>
                      </a:r>
                      <a:r>
                        <a:rPr lang="en-US" sz="1800" spc="-25">
                          <a:effectLst/>
                        </a:rPr>
                        <a:t>was</a:t>
                      </a:r>
                      <a:endParaRPr lang="en-IN" sz="1800">
                        <a:effectLst/>
                      </a:endParaRPr>
                    </a:p>
                    <a:p>
                      <a:pPr marL="67310">
                        <a:spcBef>
                          <a:spcPts val="5"/>
                        </a:spcBef>
                        <a:buNone/>
                      </a:pPr>
                      <a:r>
                        <a:rPr lang="en-US" sz="1800" spc="-10">
                          <a:effectLst/>
                        </a:rPr>
                        <a:t>created.</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extLst>
                  <a:ext uri="{0D108BD9-81ED-4DB2-BD59-A6C34878D82A}">
                    <a16:rowId xmlns:a16="http://schemas.microsoft.com/office/drawing/2014/main" val="3555458282"/>
                  </a:ext>
                </a:extLst>
              </a:tr>
              <a:tr h="1022755">
                <a:tc>
                  <a:txBody>
                    <a:bodyPr/>
                    <a:lstStyle/>
                    <a:p>
                      <a:pPr marL="67945">
                        <a:spcBef>
                          <a:spcPts val="20"/>
                        </a:spcBef>
                        <a:buNone/>
                      </a:pPr>
                      <a:r>
                        <a:rPr lang="en-US" sz="1800" spc="-10">
                          <a:effectLst/>
                        </a:rPr>
                        <a:t>updatedAt</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945">
                        <a:spcBef>
                          <a:spcPts val="20"/>
                        </a:spcBef>
                        <a:buNone/>
                      </a:pPr>
                      <a:r>
                        <a:rPr lang="en-US" sz="1800" spc="-20">
                          <a:effectLst/>
                        </a:rPr>
                        <a:t>Date</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95250">
                        <a:spcBef>
                          <a:spcPts val="695"/>
                        </a:spcBef>
                        <a:buNone/>
                      </a:pPr>
                      <a:r>
                        <a:rPr lang="en-US" sz="1800">
                          <a:effectLst/>
                        </a:rPr>
                        <a:t>Auto</a:t>
                      </a:r>
                      <a:r>
                        <a:rPr lang="en-US" sz="1800" spc="-40">
                          <a:effectLst/>
                        </a:rPr>
                        <a:t> </a:t>
                      </a:r>
                      <a:r>
                        <a:rPr lang="en-US" sz="1800" spc="-10">
                          <a:effectLst/>
                        </a:rPr>
                        <a:t>Updated</a:t>
                      </a:r>
                      <a:endParaRPr lang="en-IN" sz="18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tc>
                  <a:txBody>
                    <a:bodyPr/>
                    <a:lstStyle/>
                    <a:p>
                      <a:pPr marL="67310">
                        <a:spcBef>
                          <a:spcPts val="20"/>
                        </a:spcBef>
                        <a:buNone/>
                      </a:pPr>
                      <a:r>
                        <a:rPr lang="en-US" sz="1800" dirty="0">
                          <a:effectLst/>
                        </a:rPr>
                        <a:t>Records</a:t>
                      </a:r>
                      <a:r>
                        <a:rPr lang="en-US" sz="1800" spc="325" dirty="0">
                          <a:effectLst/>
                        </a:rPr>
                        <a:t> </a:t>
                      </a:r>
                      <a:r>
                        <a:rPr lang="en-US" sz="1800" dirty="0">
                          <a:effectLst/>
                        </a:rPr>
                        <a:t>the</a:t>
                      </a:r>
                      <a:r>
                        <a:rPr lang="en-US" sz="1800" spc="315" dirty="0">
                          <a:effectLst/>
                        </a:rPr>
                        <a:t> </a:t>
                      </a:r>
                      <a:r>
                        <a:rPr lang="en-US" sz="1800" dirty="0">
                          <a:effectLst/>
                        </a:rPr>
                        <a:t>date</a:t>
                      </a:r>
                      <a:r>
                        <a:rPr lang="en-US" sz="1800" spc="315" dirty="0">
                          <a:effectLst/>
                        </a:rPr>
                        <a:t> </a:t>
                      </a:r>
                      <a:r>
                        <a:rPr lang="en-US" sz="1800" dirty="0">
                          <a:effectLst/>
                        </a:rPr>
                        <a:t>and</a:t>
                      </a:r>
                      <a:r>
                        <a:rPr lang="en-US" sz="1800" spc="315" dirty="0">
                          <a:effectLst/>
                        </a:rPr>
                        <a:t> </a:t>
                      </a:r>
                      <a:r>
                        <a:rPr lang="en-US" sz="1800" spc="-20" dirty="0">
                          <a:effectLst/>
                        </a:rPr>
                        <a:t>time</a:t>
                      </a:r>
                      <a:endParaRPr lang="en-IN" sz="1800" dirty="0">
                        <a:effectLst/>
                      </a:endParaRPr>
                    </a:p>
                    <a:p>
                      <a:pPr marL="67310">
                        <a:lnSpc>
                          <a:spcPts val="2100"/>
                        </a:lnSpc>
                        <a:spcBef>
                          <a:spcPts val="15"/>
                        </a:spcBef>
                        <a:buNone/>
                      </a:pPr>
                      <a:r>
                        <a:rPr lang="en-US" sz="1800" dirty="0">
                          <a:effectLst/>
                        </a:rPr>
                        <a:t>when</a:t>
                      </a:r>
                      <a:r>
                        <a:rPr lang="en-US" sz="1800" spc="400" dirty="0">
                          <a:effectLst/>
                        </a:rPr>
                        <a:t> </a:t>
                      </a:r>
                      <a:r>
                        <a:rPr lang="en-US" sz="1800" dirty="0">
                          <a:effectLst/>
                        </a:rPr>
                        <a:t>the</a:t>
                      </a:r>
                      <a:r>
                        <a:rPr lang="en-US" sz="1800" spc="400" dirty="0">
                          <a:effectLst/>
                        </a:rPr>
                        <a:t> </a:t>
                      </a:r>
                      <a:r>
                        <a:rPr lang="en-US" sz="1800" dirty="0">
                          <a:effectLst/>
                        </a:rPr>
                        <a:t>user</a:t>
                      </a:r>
                      <a:r>
                        <a:rPr lang="en-US" sz="1800" spc="400" dirty="0">
                          <a:effectLst/>
                        </a:rPr>
                        <a:t> </a:t>
                      </a:r>
                      <a:r>
                        <a:rPr lang="en-US" sz="1800" dirty="0">
                          <a:effectLst/>
                        </a:rPr>
                        <a:t>information was last updated.</a:t>
                      </a:r>
                      <a:endParaRPr lang="en-IN" sz="18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tc>
                <a:extLst>
                  <a:ext uri="{0D108BD9-81ED-4DB2-BD59-A6C34878D82A}">
                    <a16:rowId xmlns:a16="http://schemas.microsoft.com/office/drawing/2014/main" val="165287191"/>
                  </a:ext>
                </a:extLst>
              </a:tr>
            </a:tbl>
          </a:graphicData>
        </a:graphic>
      </p:graphicFrame>
      <p:pic>
        <p:nvPicPr>
          <p:cNvPr id="5" name="Picture 4">
            <a:extLst>
              <a:ext uri="{FF2B5EF4-FFF2-40B4-BE49-F238E27FC236}">
                <a16:creationId xmlns:a16="http://schemas.microsoft.com/office/drawing/2014/main" id="{2A02032F-1D93-895C-BECC-73743C895922}"/>
              </a:ext>
            </a:extLst>
          </p:cNvPr>
          <p:cNvPicPr>
            <a:picLocks noChangeAspect="1"/>
          </p:cNvPicPr>
          <p:nvPr/>
        </p:nvPicPr>
        <p:blipFill>
          <a:blip r:embed="rId2"/>
          <a:stretch>
            <a:fillRect/>
          </a:stretch>
        </p:blipFill>
        <p:spPr>
          <a:xfrm>
            <a:off x="12679074" y="7622911"/>
            <a:ext cx="1826636" cy="489434"/>
          </a:xfrm>
          <a:prstGeom prst="rect">
            <a:avLst/>
          </a:prstGeom>
        </p:spPr>
      </p:pic>
    </p:spTree>
    <p:extLst>
      <p:ext uri="{BB962C8B-B14F-4D97-AF65-F5344CB8AC3E}">
        <p14:creationId xmlns:p14="http://schemas.microsoft.com/office/powerpoint/2010/main" val="31493707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CC4C257-FF00-FA1F-1635-3D139DFBB0BE}"/>
              </a:ext>
            </a:extLst>
          </p:cNvPr>
          <p:cNvSpPr txBox="1"/>
          <p:nvPr/>
        </p:nvSpPr>
        <p:spPr>
          <a:xfrm>
            <a:off x="3657599" y="55853"/>
            <a:ext cx="7315200" cy="461665"/>
          </a:xfrm>
          <a:prstGeom prst="rect">
            <a:avLst/>
          </a:prstGeom>
          <a:noFill/>
        </p:spPr>
        <p:txBody>
          <a:bodyPr wrap="square">
            <a:spAutoFit/>
          </a:bodyPr>
          <a:lstStyle/>
          <a:p>
            <a:pPr algn="ctr"/>
            <a:r>
              <a:rPr lang="en-IN" sz="2400" b="1" i="0" u="none" strike="noStrike" baseline="0" dirty="0">
                <a:solidFill>
                  <a:srgbClr val="000000"/>
                </a:solidFill>
              </a:rPr>
              <a:t>SYSTEM DESIGN </a:t>
            </a:r>
            <a:endParaRPr lang="en-IN" sz="2400" b="1" dirty="0"/>
          </a:p>
        </p:txBody>
      </p:sp>
      <p:sp>
        <p:nvSpPr>
          <p:cNvPr id="5" name="TextBox 4">
            <a:extLst>
              <a:ext uri="{FF2B5EF4-FFF2-40B4-BE49-F238E27FC236}">
                <a16:creationId xmlns:a16="http://schemas.microsoft.com/office/drawing/2014/main" id="{A29FB769-E7E3-7742-6005-856DFA85528D}"/>
              </a:ext>
            </a:extLst>
          </p:cNvPr>
          <p:cNvSpPr txBox="1"/>
          <p:nvPr/>
        </p:nvSpPr>
        <p:spPr>
          <a:xfrm>
            <a:off x="2011680" y="486741"/>
            <a:ext cx="7315200" cy="430887"/>
          </a:xfrm>
          <a:prstGeom prst="rect">
            <a:avLst/>
          </a:prstGeom>
          <a:noFill/>
        </p:spPr>
        <p:txBody>
          <a:bodyPr wrap="square">
            <a:spAutoFit/>
          </a:bodyPr>
          <a:lstStyle/>
          <a:p>
            <a:pPr marL="342900" indent="-342900">
              <a:buFont typeface="Wingdings" panose="05000000000000000000" pitchFamily="2" charset="2"/>
              <a:buChar char="v"/>
            </a:pPr>
            <a:r>
              <a:rPr lang="en-IN" sz="2100" b="1" i="0" u="none" strike="noStrike" baseline="0" dirty="0">
                <a:solidFill>
                  <a:srgbClr val="000000"/>
                </a:solidFill>
                <a:latin typeface="Calibri" panose="020F0502020204030204" pitchFamily="34" charset="0"/>
              </a:rPr>
              <a:t>Database Design : </a:t>
            </a:r>
            <a:endParaRPr lang="en-IN" sz="2100" dirty="0"/>
          </a:p>
        </p:txBody>
      </p:sp>
      <p:sp>
        <p:nvSpPr>
          <p:cNvPr id="9" name="TextBox 8">
            <a:extLst>
              <a:ext uri="{FF2B5EF4-FFF2-40B4-BE49-F238E27FC236}">
                <a16:creationId xmlns:a16="http://schemas.microsoft.com/office/drawing/2014/main" id="{272B8786-9AD5-F7D9-2C60-6C67A417E81D}"/>
              </a:ext>
            </a:extLst>
          </p:cNvPr>
          <p:cNvSpPr txBox="1"/>
          <p:nvPr/>
        </p:nvSpPr>
        <p:spPr>
          <a:xfrm>
            <a:off x="6492240" y="910757"/>
            <a:ext cx="7315200" cy="400110"/>
          </a:xfrm>
          <a:prstGeom prst="rect">
            <a:avLst/>
          </a:prstGeom>
          <a:noFill/>
        </p:spPr>
        <p:txBody>
          <a:bodyPr wrap="square">
            <a:spAutoFit/>
          </a:bodyPr>
          <a:lstStyle/>
          <a:p>
            <a:r>
              <a:rPr lang="en-IN" sz="2000" b="1" i="0" u="none" strike="noStrike" baseline="0" dirty="0">
                <a:solidFill>
                  <a:srgbClr val="000000"/>
                </a:solidFill>
                <a:latin typeface="Calibri" panose="020F0502020204030204" pitchFamily="34" charset="0"/>
              </a:rPr>
              <a:t>Event Collection : </a:t>
            </a:r>
            <a:endParaRPr lang="en-IN" sz="2000" dirty="0"/>
          </a:p>
        </p:txBody>
      </p:sp>
      <p:pic>
        <p:nvPicPr>
          <p:cNvPr id="14" name="Picture 13">
            <a:extLst>
              <a:ext uri="{FF2B5EF4-FFF2-40B4-BE49-F238E27FC236}">
                <a16:creationId xmlns:a16="http://schemas.microsoft.com/office/drawing/2014/main" id="{B5D9AA81-F72B-11EA-4C88-2D53F770270E}"/>
              </a:ext>
            </a:extLst>
          </p:cNvPr>
          <p:cNvPicPr>
            <a:picLocks noChangeAspect="1"/>
          </p:cNvPicPr>
          <p:nvPr/>
        </p:nvPicPr>
        <p:blipFill>
          <a:blip r:embed="rId2"/>
          <a:stretch>
            <a:fillRect/>
          </a:stretch>
        </p:blipFill>
        <p:spPr>
          <a:xfrm>
            <a:off x="108784" y="1341644"/>
            <a:ext cx="14521616" cy="6825231"/>
          </a:xfrm>
          <a:prstGeom prst="rect">
            <a:avLst/>
          </a:prstGeom>
        </p:spPr>
      </p:pic>
    </p:spTree>
    <p:extLst>
      <p:ext uri="{BB962C8B-B14F-4D97-AF65-F5344CB8AC3E}">
        <p14:creationId xmlns:p14="http://schemas.microsoft.com/office/powerpoint/2010/main" val="7761879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E09E5C4-A765-487C-5CB4-B52556E6C5E5}"/>
              </a:ext>
            </a:extLst>
          </p:cNvPr>
          <p:cNvSpPr txBox="1"/>
          <p:nvPr/>
        </p:nvSpPr>
        <p:spPr>
          <a:xfrm>
            <a:off x="3657600" y="395437"/>
            <a:ext cx="7315200" cy="400110"/>
          </a:xfrm>
          <a:prstGeom prst="rect">
            <a:avLst/>
          </a:prstGeom>
          <a:noFill/>
        </p:spPr>
        <p:txBody>
          <a:bodyPr wrap="square">
            <a:spAutoFit/>
          </a:bodyPr>
          <a:lstStyle/>
          <a:p>
            <a:pPr algn="ctr"/>
            <a:r>
              <a:rPr lang="en-IN" sz="2000" b="1" i="0" u="none" strike="noStrike" baseline="0" dirty="0">
                <a:solidFill>
                  <a:srgbClr val="000000"/>
                </a:solidFill>
                <a:latin typeface="Calibri" panose="020F0502020204030204" pitchFamily="34" charset="0"/>
              </a:rPr>
              <a:t>Package Collection : </a:t>
            </a:r>
            <a:endParaRPr lang="en-IN" sz="2000" b="1" dirty="0"/>
          </a:p>
        </p:txBody>
      </p:sp>
      <p:pic>
        <p:nvPicPr>
          <p:cNvPr id="7" name="Picture 6">
            <a:extLst>
              <a:ext uri="{FF2B5EF4-FFF2-40B4-BE49-F238E27FC236}">
                <a16:creationId xmlns:a16="http://schemas.microsoft.com/office/drawing/2014/main" id="{39902017-E0C4-A02B-F1CE-D554393F34D0}"/>
              </a:ext>
            </a:extLst>
          </p:cNvPr>
          <p:cNvPicPr>
            <a:picLocks noChangeAspect="1"/>
          </p:cNvPicPr>
          <p:nvPr/>
        </p:nvPicPr>
        <p:blipFill>
          <a:blip r:embed="rId2"/>
          <a:stretch>
            <a:fillRect/>
          </a:stretch>
        </p:blipFill>
        <p:spPr>
          <a:xfrm>
            <a:off x="232756" y="997526"/>
            <a:ext cx="14264639" cy="7232073"/>
          </a:xfrm>
          <a:prstGeom prst="rect">
            <a:avLst/>
          </a:prstGeom>
        </p:spPr>
      </p:pic>
    </p:spTree>
    <p:extLst>
      <p:ext uri="{BB962C8B-B14F-4D97-AF65-F5344CB8AC3E}">
        <p14:creationId xmlns:p14="http://schemas.microsoft.com/office/powerpoint/2010/main" val="41086962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98F84A-B72A-3830-A749-662760803A4D}"/>
              </a:ext>
            </a:extLst>
          </p:cNvPr>
          <p:cNvSpPr txBox="1"/>
          <p:nvPr/>
        </p:nvSpPr>
        <p:spPr>
          <a:xfrm>
            <a:off x="3657600" y="320624"/>
            <a:ext cx="7315200" cy="400110"/>
          </a:xfrm>
          <a:prstGeom prst="rect">
            <a:avLst/>
          </a:prstGeom>
          <a:noFill/>
        </p:spPr>
        <p:txBody>
          <a:bodyPr wrap="square">
            <a:spAutoFit/>
          </a:bodyPr>
          <a:lstStyle/>
          <a:p>
            <a:pPr algn="ctr"/>
            <a:r>
              <a:rPr lang="en-IN" sz="2000" b="1" i="0" u="none" strike="noStrike" baseline="0" dirty="0">
                <a:solidFill>
                  <a:srgbClr val="000000"/>
                </a:solidFill>
                <a:latin typeface="Calibri" panose="020F0502020204030204" pitchFamily="34" charset="0"/>
              </a:rPr>
              <a:t>User Collection : </a:t>
            </a:r>
            <a:endParaRPr lang="en-IN" sz="2000" b="1" dirty="0"/>
          </a:p>
        </p:txBody>
      </p:sp>
      <p:pic>
        <p:nvPicPr>
          <p:cNvPr id="5" name="Picture 4">
            <a:extLst>
              <a:ext uri="{FF2B5EF4-FFF2-40B4-BE49-F238E27FC236}">
                <a16:creationId xmlns:a16="http://schemas.microsoft.com/office/drawing/2014/main" id="{F116F3E9-F5DD-61AD-3FF4-F49AED6B08E1}"/>
              </a:ext>
            </a:extLst>
          </p:cNvPr>
          <p:cNvPicPr>
            <a:picLocks noChangeAspect="1"/>
          </p:cNvPicPr>
          <p:nvPr/>
        </p:nvPicPr>
        <p:blipFill>
          <a:blip r:embed="rId2"/>
          <a:stretch>
            <a:fillRect/>
          </a:stretch>
        </p:blipFill>
        <p:spPr>
          <a:xfrm>
            <a:off x="149629" y="861558"/>
            <a:ext cx="14347768" cy="7251664"/>
          </a:xfrm>
          <a:prstGeom prst="rect">
            <a:avLst/>
          </a:prstGeom>
        </p:spPr>
      </p:pic>
    </p:spTree>
    <p:extLst>
      <p:ext uri="{BB962C8B-B14F-4D97-AF65-F5344CB8AC3E}">
        <p14:creationId xmlns:p14="http://schemas.microsoft.com/office/powerpoint/2010/main" val="11864178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13F101C-032F-777D-7CED-84A039CA7AA7}"/>
              </a:ext>
            </a:extLst>
          </p:cNvPr>
          <p:cNvSpPr txBox="1"/>
          <p:nvPr/>
        </p:nvSpPr>
        <p:spPr>
          <a:xfrm>
            <a:off x="3657600" y="255909"/>
            <a:ext cx="7315200" cy="523220"/>
          </a:xfrm>
          <a:prstGeom prst="rect">
            <a:avLst/>
          </a:prstGeom>
          <a:noFill/>
        </p:spPr>
        <p:txBody>
          <a:bodyPr wrap="square">
            <a:spAutoFit/>
          </a:bodyPr>
          <a:lstStyle/>
          <a:p>
            <a:pPr algn="ctr"/>
            <a:r>
              <a:rPr lang="en-IN" sz="2800" b="1" i="0" u="none" strike="noStrike" baseline="0" dirty="0">
                <a:solidFill>
                  <a:srgbClr val="000000"/>
                </a:solidFill>
                <a:latin typeface="Calibri" panose="020F0502020204030204" pitchFamily="34" charset="0"/>
              </a:rPr>
              <a:t>Event Document : </a:t>
            </a:r>
            <a:endParaRPr lang="en-IN" sz="2800" b="1" dirty="0"/>
          </a:p>
        </p:txBody>
      </p:sp>
      <p:sp>
        <p:nvSpPr>
          <p:cNvPr id="5" name="TextBox 4">
            <a:extLst>
              <a:ext uri="{FF2B5EF4-FFF2-40B4-BE49-F238E27FC236}">
                <a16:creationId xmlns:a16="http://schemas.microsoft.com/office/drawing/2014/main" id="{81E56DBD-1A91-45FA-6A90-A441688B7652}"/>
              </a:ext>
            </a:extLst>
          </p:cNvPr>
          <p:cNvSpPr txBox="1"/>
          <p:nvPr/>
        </p:nvSpPr>
        <p:spPr>
          <a:xfrm>
            <a:off x="3607724" y="1045691"/>
            <a:ext cx="7315200" cy="6370975"/>
          </a:xfrm>
          <a:prstGeom prst="rect">
            <a:avLst/>
          </a:prstGeom>
          <a:noFill/>
        </p:spPr>
        <p:txBody>
          <a:bodyPr wrap="square">
            <a:spAutoFit/>
          </a:bodyPr>
          <a:lstStyle/>
          <a:p>
            <a:r>
              <a:rPr lang="en-IN" sz="2400" b="0" i="0" u="none" strike="noStrike" baseline="0" dirty="0">
                <a:solidFill>
                  <a:srgbClr val="000000"/>
                </a:solidFill>
                <a:latin typeface="Calibri" panose="020F0502020204030204" pitchFamily="34" charset="0"/>
              </a:rPr>
              <a:t>{ </a:t>
            </a:r>
          </a:p>
          <a:p>
            <a:r>
              <a:rPr lang="en-IN" sz="2400" b="0" i="0" u="none" strike="noStrike" baseline="0" dirty="0">
                <a:solidFill>
                  <a:srgbClr val="000000"/>
                </a:solidFill>
                <a:latin typeface="Calibri" panose="020F0502020204030204" pitchFamily="34" charset="0"/>
              </a:rPr>
              <a:t>"_id": { </a:t>
            </a:r>
          </a:p>
          <a:p>
            <a:r>
              <a:rPr lang="en-IN" sz="2400" b="0" i="0" u="none" strike="noStrike" baseline="0" dirty="0">
                <a:solidFill>
                  <a:srgbClr val="000000"/>
                </a:solidFill>
                <a:latin typeface="Calibri" panose="020F0502020204030204" pitchFamily="34" charset="0"/>
              </a:rPr>
              <a:t>"$</a:t>
            </a:r>
            <a:r>
              <a:rPr lang="en-IN" sz="2400" b="0" i="0" u="none" strike="noStrike" baseline="0" dirty="0" err="1">
                <a:solidFill>
                  <a:srgbClr val="000000"/>
                </a:solidFill>
                <a:latin typeface="Calibri" panose="020F0502020204030204" pitchFamily="34" charset="0"/>
              </a:rPr>
              <a:t>oid</a:t>
            </a:r>
            <a:r>
              <a:rPr lang="en-IN" sz="2400" b="0" i="0" u="none" strike="noStrike" baseline="0" dirty="0">
                <a:solidFill>
                  <a:srgbClr val="000000"/>
                </a:solidFill>
                <a:latin typeface="Calibri" panose="020F0502020204030204" pitchFamily="34" charset="0"/>
              </a:rPr>
              <a:t>": "697cbcbf804804f148409117" </a:t>
            </a:r>
          </a:p>
          <a:p>
            <a:r>
              <a:rPr lang="en-IN" sz="2400" b="0" i="0" u="none" strike="noStrike" baseline="0" dirty="0">
                <a:solidFill>
                  <a:srgbClr val="000000"/>
                </a:solidFill>
                <a:latin typeface="Calibri" panose="020F0502020204030204" pitchFamily="34" charset="0"/>
              </a:rPr>
              <a:t>}, </a:t>
            </a:r>
          </a:p>
          <a:p>
            <a:r>
              <a:rPr lang="en-IN" sz="2400" b="0" i="0" u="none" strike="noStrike" baseline="0" dirty="0">
                <a:solidFill>
                  <a:srgbClr val="000000"/>
                </a:solidFill>
                <a:latin typeface="Calibri" panose="020F0502020204030204" pitchFamily="34" charset="0"/>
              </a:rPr>
              <a:t>"title": "Music Night", </a:t>
            </a:r>
          </a:p>
          <a:p>
            <a:r>
              <a:rPr lang="en-US" sz="2400" b="0" i="0" u="none" strike="noStrike" baseline="0" dirty="0">
                <a:solidFill>
                  <a:srgbClr val="000000"/>
                </a:solidFill>
                <a:latin typeface="Calibri" panose="020F0502020204030204" pitchFamily="34" charset="0"/>
              </a:rPr>
              <a:t>"description": "Live DJ and Band", </a:t>
            </a:r>
          </a:p>
          <a:p>
            <a:r>
              <a:rPr lang="en-IN" sz="2400" b="0" i="0" u="none" strike="noStrike" baseline="0" dirty="0">
                <a:solidFill>
                  <a:srgbClr val="000000"/>
                </a:solidFill>
                <a:latin typeface="Calibri" panose="020F0502020204030204" pitchFamily="34" charset="0"/>
              </a:rPr>
              <a:t>"date": "2026-03-10", </a:t>
            </a:r>
          </a:p>
          <a:p>
            <a:r>
              <a:rPr lang="en-IN" sz="2400" b="0" i="0" u="none" strike="noStrike" baseline="0" dirty="0">
                <a:solidFill>
                  <a:srgbClr val="000000"/>
                </a:solidFill>
                <a:latin typeface="Calibri" panose="020F0502020204030204" pitchFamily="34" charset="0"/>
              </a:rPr>
              <a:t>"location": "Surat", </a:t>
            </a:r>
          </a:p>
          <a:p>
            <a:r>
              <a:rPr lang="en-IN" sz="2400" b="0" i="0" u="none" strike="noStrike" baseline="0" dirty="0">
                <a:solidFill>
                  <a:srgbClr val="000000"/>
                </a:solidFill>
                <a:latin typeface="Calibri" panose="020F0502020204030204" pitchFamily="34" charset="0"/>
              </a:rPr>
              <a:t>"image": "hero-bg.jpg", </a:t>
            </a:r>
          </a:p>
          <a:p>
            <a:r>
              <a:rPr lang="en-IN" sz="2400" b="0" i="0" u="none" strike="noStrike" baseline="0" dirty="0">
                <a:solidFill>
                  <a:srgbClr val="000000"/>
                </a:solidFill>
                <a:latin typeface="Calibri" panose="020F0502020204030204" pitchFamily="34" charset="0"/>
              </a:rPr>
              <a:t>"</a:t>
            </a:r>
            <a:r>
              <a:rPr lang="en-IN" sz="2400" b="0" i="0" u="none" strike="noStrike" baseline="0" dirty="0" err="1">
                <a:solidFill>
                  <a:srgbClr val="000000"/>
                </a:solidFill>
                <a:latin typeface="Calibri" panose="020F0502020204030204" pitchFamily="34" charset="0"/>
              </a:rPr>
              <a:t>createdAt</a:t>
            </a:r>
            <a:r>
              <a:rPr lang="en-IN" sz="2400" b="0" i="0" u="none" strike="noStrike" baseline="0" dirty="0">
                <a:solidFill>
                  <a:srgbClr val="000000"/>
                </a:solidFill>
                <a:latin typeface="Calibri" panose="020F0502020204030204" pitchFamily="34" charset="0"/>
              </a:rPr>
              <a:t>": { </a:t>
            </a:r>
          </a:p>
          <a:p>
            <a:r>
              <a:rPr lang="en-IN" sz="2400" b="0" i="0" u="none" strike="noStrike" baseline="0" dirty="0">
                <a:solidFill>
                  <a:srgbClr val="000000"/>
                </a:solidFill>
                <a:latin typeface="Calibri" panose="020F0502020204030204" pitchFamily="34" charset="0"/>
              </a:rPr>
              <a:t>"$date": "2026-01-30T14:14:23.034Z" </a:t>
            </a:r>
          </a:p>
          <a:p>
            <a:r>
              <a:rPr lang="en-IN" sz="2400" b="0" i="0" u="none" strike="noStrike" baseline="0" dirty="0">
                <a:solidFill>
                  <a:srgbClr val="000000"/>
                </a:solidFill>
                <a:latin typeface="Calibri" panose="020F0502020204030204" pitchFamily="34" charset="0"/>
              </a:rPr>
              <a:t>}, </a:t>
            </a:r>
          </a:p>
          <a:p>
            <a:r>
              <a:rPr lang="en-IN" sz="2400" b="0" i="0" u="none" strike="noStrike" baseline="0" dirty="0">
                <a:solidFill>
                  <a:srgbClr val="000000"/>
                </a:solidFill>
                <a:latin typeface="Calibri" panose="020F0502020204030204" pitchFamily="34" charset="0"/>
              </a:rPr>
              <a:t>"</a:t>
            </a:r>
            <a:r>
              <a:rPr lang="en-IN" sz="2400" b="0" i="0" u="none" strike="noStrike" baseline="0" dirty="0" err="1">
                <a:solidFill>
                  <a:srgbClr val="000000"/>
                </a:solidFill>
                <a:latin typeface="Calibri" panose="020F0502020204030204" pitchFamily="34" charset="0"/>
              </a:rPr>
              <a:t>updatedAt</a:t>
            </a:r>
            <a:r>
              <a:rPr lang="en-IN" sz="2400" b="0" i="0" u="none" strike="noStrike" baseline="0" dirty="0">
                <a:solidFill>
                  <a:srgbClr val="000000"/>
                </a:solidFill>
                <a:latin typeface="Calibri" panose="020F0502020204030204" pitchFamily="34" charset="0"/>
              </a:rPr>
              <a:t>": { </a:t>
            </a:r>
          </a:p>
          <a:p>
            <a:r>
              <a:rPr lang="en-IN" sz="2400" b="0" i="0" u="none" strike="noStrike" baseline="0" dirty="0">
                <a:solidFill>
                  <a:srgbClr val="000000"/>
                </a:solidFill>
                <a:latin typeface="Calibri" panose="020F0502020204030204" pitchFamily="34" charset="0"/>
              </a:rPr>
              <a:t>"$date": "2026-01-30T14:14:23.034Z" </a:t>
            </a:r>
          </a:p>
          <a:p>
            <a:r>
              <a:rPr lang="en-IN" sz="2400" b="0" i="0" u="none" strike="noStrike" baseline="0" dirty="0">
                <a:solidFill>
                  <a:srgbClr val="000000"/>
                </a:solidFill>
                <a:latin typeface="Calibri" panose="020F0502020204030204" pitchFamily="34" charset="0"/>
              </a:rPr>
              <a:t>}, </a:t>
            </a:r>
          </a:p>
          <a:p>
            <a:r>
              <a:rPr lang="en-IN" sz="2400" b="0" i="0" u="none" strike="noStrike" baseline="0" dirty="0">
                <a:solidFill>
                  <a:srgbClr val="000000"/>
                </a:solidFill>
                <a:latin typeface="Calibri" panose="020F0502020204030204" pitchFamily="34" charset="0"/>
              </a:rPr>
              <a:t>"__v": 0 </a:t>
            </a:r>
          </a:p>
          <a:p>
            <a:r>
              <a:rPr lang="en-IN" sz="2400" b="0" i="0" u="none" strike="noStrike" baseline="0" dirty="0">
                <a:solidFill>
                  <a:srgbClr val="000000"/>
                </a:solidFill>
                <a:latin typeface="Calibri" panose="020F0502020204030204" pitchFamily="34" charset="0"/>
              </a:rPr>
              <a:t>} </a:t>
            </a:r>
            <a:endParaRPr lang="en-IN" sz="2400" dirty="0"/>
          </a:p>
        </p:txBody>
      </p:sp>
      <p:pic>
        <p:nvPicPr>
          <p:cNvPr id="4" name="Picture 3">
            <a:extLst>
              <a:ext uri="{FF2B5EF4-FFF2-40B4-BE49-F238E27FC236}">
                <a16:creationId xmlns:a16="http://schemas.microsoft.com/office/drawing/2014/main" id="{1157CF49-6A7D-9A38-38D5-E3D9A2725660}"/>
              </a:ext>
            </a:extLst>
          </p:cNvPr>
          <p:cNvPicPr>
            <a:picLocks noChangeAspect="1"/>
          </p:cNvPicPr>
          <p:nvPr/>
        </p:nvPicPr>
        <p:blipFill>
          <a:blip r:embed="rId2"/>
          <a:stretch>
            <a:fillRect/>
          </a:stretch>
        </p:blipFill>
        <p:spPr>
          <a:xfrm>
            <a:off x="12639675" y="7696200"/>
            <a:ext cx="1990725" cy="533400"/>
          </a:xfrm>
          <a:prstGeom prst="rect">
            <a:avLst/>
          </a:prstGeom>
        </p:spPr>
      </p:pic>
    </p:spTree>
    <p:extLst>
      <p:ext uri="{BB962C8B-B14F-4D97-AF65-F5344CB8AC3E}">
        <p14:creationId xmlns:p14="http://schemas.microsoft.com/office/powerpoint/2010/main" val="23130059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9A067C-7EBD-BC8D-EF07-1B53990BEAA6}"/>
              </a:ext>
            </a:extLst>
          </p:cNvPr>
          <p:cNvSpPr txBox="1"/>
          <p:nvPr/>
        </p:nvSpPr>
        <p:spPr>
          <a:xfrm>
            <a:off x="3657600" y="438789"/>
            <a:ext cx="7315200" cy="523220"/>
          </a:xfrm>
          <a:prstGeom prst="rect">
            <a:avLst/>
          </a:prstGeom>
          <a:noFill/>
        </p:spPr>
        <p:txBody>
          <a:bodyPr wrap="square">
            <a:spAutoFit/>
          </a:bodyPr>
          <a:lstStyle/>
          <a:p>
            <a:pPr algn="ctr"/>
            <a:r>
              <a:rPr lang="en-IN" sz="2800" b="1" i="0" u="none" strike="noStrike" baseline="0" dirty="0">
                <a:solidFill>
                  <a:srgbClr val="000000"/>
                </a:solidFill>
                <a:latin typeface="Calibri" panose="020F0502020204030204" pitchFamily="34" charset="0"/>
              </a:rPr>
              <a:t>Package Collection Document : </a:t>
            </a:r>
            <a:endParaRPr lang="en-IN" sz="2800" dirty="0"/>
          </a:p>
        </p:txBody>
      </p:sp>
      <p:sp>
        <p:nvSpPr>
          <p:cNvPr id="7" name="TextBox 6">
            <a:extLst>
              <a:ext uri="{FF2B5EF4-FFF2-40B4-BE49-F238E27FC236}">
                <a16:creationId xmlns:a16="http://schemas.microsoft.com/office/drawing/2014/main" id="{B11456C8-C8A6-27FA-4712-2BE2D43609B8}"/>
              </a:ext>
            </a:extLst>
          </p:cNvPr>
          <p:cNvSpPr txBox="1"/>
          <p:nvPr/>
        </p:nvSpPr>
        <p:spPr>
          <a:xfrm>
            <a:off x="3491345" y="1024737"/>
            <a:ext cx="7315200" cy="7109639"/>
          </a:xfrm>
          <a:prstGeom prst="rect">
            <a:avLst/>
          </a:prstGeom>
          <a:noFill/>
        </p:spPr>
        <p:txBody>
          <a:bodyPr wrap="square">
            <a:spAutoFit/>
          </a:bodyPr>
          <a:lstStyle/>
          <a:p>
            <a:r>
              <a:rPr lang="en-IN" sz="2400" b="0" i="0" u="none" strike="noStrike" baseline="0" dirty="0">
                <a:solidFill>
                  <a:srgbClr val="000000"/>
                </a:solidFill>
                <a:latin typeface="Calibri" panose="020F0502020204030204" pitchFamily="34" charset="0"/>
              </a:rPr>
              <a:t>{ </a:t>
            </a:r>
          </a:p>
          <a:p>
            <a:r>
              <a:rPr lang="en-IN" sz="2400" b="0" i="0" u="none" strike="noStrike" baseline="0" dirty="0">
                <a:solidFill>
                  <a:srgbClr val="000000"/>
                </a:solidFill>
                <a:latin typeface="Calibri" panose="020F0502020204030204" pitchFamily="34" charset="0"/>
              </a:rPr>
              <a:t>"_id": { </a:t>
            </a:r>
          </a:p>
          <a:p>
            <a:r>
              <a:rPr lang="en-IN" sz="2400" b="0" i="0" u="none" strike="noStrike" baseline="0" dirty="0">
                <a:solidFill>
                  <a:srgbClr val="000000"/>
                </a:solidFill>
                <a:latin typeface="Calibri" panose="020F0502020204030204" pitchFamily="34" charset="0"/>
              </a:rPr>
              <a:t>"$</a:t>
            </a:r>
            <a:r>
              <a:rPr lang="en-IN" sz="2400" b="0" i="0" u="none" strike="noStrike" baseline="0" dirty="0" err="1">
                <a:solidFill>
                  <a:srgbClr val="000000"/>
                </a:solidFill>
                <a:latin typeface="Calibri" panose="020F0502020204030204" pitchFamily="34" charset="0"/>
              </a:rPr>
              <a:t>oid</a:t>
            </a:r>
            <a:r>
              <a:rPr lang="en-IN" sz="2400" b="0" i="0" u="none" strike="noStrike" baseline="0" dirty="0">
                <a:solidFill>
                  <a:srgbClr val="000000"/>
                </a:solidFill>
                <a:latin typeface="Calibri" panose="020F0502020204030204" pitchFamily="34" charset="0"/>
              </a:rPr>
              <a:t>": "698606248a039d9946ce22f8" </a:t>
            </a:r>
          </a:p>
          <a:p>
            <a:r>
              <a:rPr lang="en-IN" sz="2400" b="0" i="0" u="none" strike="noStrike" baseline="0" dirty="0">
                <a:solidFill>
                  <a:srgbClr val="000000"/>
                </a:solidFill>
                <a:latin typeface="Calibri" panose="020F0502020204030204" pitchFamily="34" charset="0"/>
              </a:rPr>
              <a:t>}, </a:t>
            </a:r>
          </a:p>
          <a:p>
            <a:r>
              <a:rPr lang="en-IN" sz="2400" b="0" i="0" u="none" strike="noStrike" baseline="0" dirty="0">
                <a:solidFill>
                  <a:srgbClr val="000000"/>
                </a:solidFill>
                <a:latin typeface="Calibri" panose="020F0502020204030204" pitchFamily="34" charset="0"/>
              </a:rPr>
              <a:t>"name": "Wedding Celebration Package", </a:t>
            </a:r>
          </a:p>
          <a:p>
            <a:r>
              <a:rPr lang="en-US" sz="2400" b="0" i="0" u="none" strike="noStrike" baseline="0" dirty="0">
                <a:solidFill>
                  <a:srgbClr val="000000"/>
                </a:solidFill>
                <a:latin typeface="Calibri" panose="020F0502020204030204" pitchFamily="34" charset="0"/>
              </a:rPr>
              <a:t>"description": "Luxury wedding package with decoration and catering", </a:t>
            </a:r>
          </a:p>
          <a:p>
            <a:r>
              <a:rPr lang="en-IN" sz="2400" b="0" i="0" u="none" strike="noStrike" baseline="0" dirty="0">
                <a:solidFill>
                  <a:srgbClr val="000000"/>
                </a:solidFill>
                <a:latin typeface="Calibri" panose="020F0502020204030204" pitchFamily="34" charset="0"/>
              </a:rPr>
              <a:t>"price": 180000, </a:t>
            </a:r>
          </a:p>
          <a:p>
            <a:r>
              <a:rPr lang="en-IN" sz="2400" b="0" i="0" u="none" strike="noStrike" baseline="0" dirty="0">
                <a:solidFill>
                  <a:srgbClr val="000000"/>
                </a:solidFill>
                <a:latin typeface="Calibri" panose="020F0502020204030204" pitchFamily="34" charset="0"/>
              </a:rPr>
              <a:t>"</a:t>
            </a:r>
            <a:r>
              <a:rPr lang="en-IN" sz="2400" b="0" i="0" u="none" strike="noStrike" baseline="0" dirty="0" err="1">
                <a:solidFill>
                  <a:srgbClr val="000000"/>
                </a:solidFill>
                <a:latin typeface="Calibri" panose="020F0502020204030204" pitchFamily="34" charset="0"/>
              </a:rPr>
              <a:t>startDate</a:t>
            </a:r>
            <a:r>
              <a:rPr lang="en-IN" sz="2400" b="0" i="0" u="none" strike="noStrike" baseline="0" dirty="0">
                <a:solidFill>
                  <a:srgbClr val="000000"/>
                </a:solidFill>
                <a:latin typeface="Calibri" panose="020F0502020204030204" pitchFamily="34" charset="0"/>
              </a:rPr>
              <a:t>": { </a:t>
            </a:r>
          </a:p>
          <a:p>
            <a:r>
              <a:rPr lang="en-IN" sz="2400" b="0" i="0" u="none" strike="noStrike" baseline="0" dirty="0">
                <a:solidFill>
                  <a:srgbClr val="000000"/>
                </a:solidFill>
                <a:latin typeface="Calibri" panose="020F0502020204030204" pitchFamily="34" charset="0"/>
              </a:rPr>
              <a:t>"$date": "2026-03-10T00:00:00.000Z" </a:t>
            </a:r>
          </a:p>
          <a:p>
            <a:r>
              <a:rPr lang="en-IN" sz="2400" b="0" i="0" u="none" strike="noStrike" baseline="0" dirty="0">
                <a:solidFill>
                  <a:srgbClr val="000000"/>
                </a:solidFill>
                <a:latin typeface="Calibri" panose="020F0502020204030204" pitchFamily="34" charset="0"/>
              </a:rPr>
              <a:t>}, </a:t>
            </a:r>
          </a:p>
          <a:p>
            <a:r>
              <a:rPr lang="en-IN" sz="2400" b="0" i="0" u="none" strike="noStrike" baseline="0" dirty="0">
                <a:solidFill>
                  <a:srgbClr val="000000"/>
                </a:solidFill>
                <a:latin typeface="Calibri" panose="020F0502020204030204" pitchFamily="34" charset="0"/>
              </a:rPr>
              <a:t>"</a:t>
            </a:r>
            <a:r>
              <a:rPr lang="en-IN" sz="2400" b="0" i="0" u="none" strike="noStrike" baseline="0" dirty="0" err="1">
                <a:solidFill>
                  <a:srgbClr val="000000"/>
                </a:solidFill>
                <a:latin typeface="Calibri" panose="020F0502020204030204" pitchFamily="34" charset="0"/>
              </a:rPr>
              <a:t>endDate</a:t>
            </a:r>
            <a:r>
              <a:rPr lang="en-IN" sz="2400" b="0" i="0" u="none" strike="noStrike" baseline="0" dirty="0">
                <a:solidFill>
                  <a:srgbClr val="000000"/>
                </a:solidFill>
                <a:latin typeface="Calibri" panose="020F0502020204030204" pitchFamily="34" charset="0"/>
              </a:rPr>
              <a:t>": { </a:t>
            </a:r>
          </a:p>
          <a:p>
            <a:r>
              <a:rPr lang="en-IN" sz="2400" b="0" i="0" u="none" strike="noStrike" baseline="0" dirty="0">
                <a:solidFill>
                  <a:srgbClr val="000000"/>
                </a:solidFill>
                <a:latin typeface="Calibri" panose="020F0502020204030204" pitchFamily="34" charset="0"/>
              </a:rPr>
              <a:t>"$date": "2026-03-12T00:00:00.000Z" </a:t>
            </a:r>
          </a:p>
          <a:p>
            <a:r>
              <a:rPr lang="en-IN" sz="2400" b="0" i="0" u="none" strike="noStrike" baseline="0" dirty="0">
                <a:solidFill>
                  <a:srgbClr val="000000"/>
                </a:solidFill>
                <a:latin typeface="Calibri" panose="020F0502020204030204" pitchFamily="34" charset="0"/>
              </a:rPr>
              <a:t>}, </a:t>
            </a:r>
          </a:p>
          <a:p>
            <a:r>
              <a:rPr lang="en-IN" sz="2400" b="0" i="0" u="none" strike="noStrike" baseline="0" dirty="0">
                <a:solidFill>
                  <a:srgbClr val="000000"/>
                </a:solidFill>
                <a:latin typeface="Calibri" panose="020F0502020204030204" pitchFamily="34" charset="0"/>
              </a:rPr>
              <a:t>"images": [ </a:t>
            </a:r>
          </a:p>
          <a:p>
            <a:r>
              <a:rPr lang="en-IN" sz="2400" b="0" i="0" u="none" strike="noStrike" baseline="0" dirty="0">
                <a:solidFill>
                  <a:srgbClr val="000000"/>
                </a:solidFill>
                <a:latin typeface="Calibri" panose="020F0502020204030204" pitchFamily="34" charset="0"/>
              </a:rPr>
              <a:t>"hero-bg.jpg", </a:t>
            </a:r>
          </a:p>
          <a:p>
            <a:r>
              <a:rPr lang="en-IN" sz="2400" b="0" i="0" u="none" strike="noStrike" baseline="0" dirty="0">
                <a:solidFill>
                  <a:srgbClr val="000000"/>
                </a:solidFill>
                <a:latin typeface="Calibri" panose="020F0502020204030204" pitchFamily="34" charset="0"/>
              </a:rPr>
              <a:t>"hero-bg.jpg" </a:t>
            </a:r>
          </a:p>
          <a:p>
            <a:r>
              <a:rPr lang="en-IN" sz="2400" b="0" i="0" u="none" strike="noStrike" baseline="0" dirty="0">
                <a:solidFill>
                  <a:srgbClr val="000000"/>
                </a:solidFill>
                <a:latin typeface="Calibri" panose="020F0502020204030204" pitchFamily="34" charset="0"/>
              </a:rPr>
              <a:t>], </a:t>
            </a:r>
          </a:p>
          <a:p>
            <a:r>
              <a:rPr lang="en-IN" sz="2400" b="0" i="0" u="none" strike="noStrike" baseline="0" dirty="0">
                <a:solidFill>
                  <a:srgbClr val="000000"/>
                </a:solidFill>
                <a:latin typeface="Calibri" panose="020F0502020204030204" pitchFamily="34" charset="0"/>
              </a:rPr>
              <a:t>"catering": [ </a:t>
            </a:r>
            <a:endParaRPr lang="en-IN" sz="2400" dirty="0"/>
          </a:p>
        </p:txBody>
      </p:sp>
      <p:pic>
        <p:nvPicPr>
          <p:cNvPr id="4" name="Picture 3">
            <a:extLst>
              <a:ext uri="{FF2B5EF4-FFF2-40B4-BE49-F238E27FC236}">
                <a16:creationId xmlns:a16="http://schemas.microsoft.com/office/drawing/2014/main" id="{2F8316E4-4445-2929-3D81-2ACD36607A03}"/>
              </a:ext>
            </a:extLst>
          </p:cNvPr>
          <p:cNvPicPr>
            <a:picLocks noChangeAspect="1"/>
          </p:cNvPicPr>
          <p:nvPr/>
        </p:nvPicPr>
        <p:blipFill>
          <a:blip r:embed="rId2"/>
          <a:stretch>
            <a:fillRect/>
          </a:stretch>
        </p:blipFill>
        <p:spPr>
          <a:xfrm>
            <a:off x="12564773" y="7600976"/>
            <a:ext cx="1990725" cy="533400"/>
          </a:xfrm>
          <a:prstGeom prst="rect">
            <a:avLst/>
          </a:prstGeom>
        </p:spPr>
      </p:pic>
    </p:spTree>
    <p:extLst>
      <p:ext uri="{BB962C8B-B14F-4D97-AF65-F5344CB8AC3E}">
        <p14:creationId xmlns:p14="http://schemas.microsoft.com/office/powerpoint/2010/main" val="33710675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EA79BEA-95F2-5ED1-6CEB-5D8390D0B611}"/>
              </a:ext>
            </a:extLst>
          </p:cNvPr>
          <p:cNvSpPr txBox="1"/>
          <p:nvPr/>
        </p:nvSpPr>
        <p:spPr>
          <a:xfrm>
            <a:off x="3657600" y="863222"/>
            <a:ext cx="7315200" cy="6740307"/>
          </a:xfrm>
          <a:prstGeom prst="rect">
            <a:avLst/>
          </a:prstGeom>
          <a:noFill/>
        </p:spPr>
        <p:txBody>
          <a:bodyPr wrap="square">
            <a:spAutoFit/>
          </a:bodyPr>
          <a:lstStyle/>
          <a:p>
            <a:r>
              <a:rPr lang="en-IN" sz="2400" b="0" i="0" u="none" strike="noStrike" baseline="0" dirty="0">
                <a:solidFill>
                  <a:srgbClr val="000000"/>
                </a:solidFill>
                <a:latin typeface="Calibri" panose="020F0502020204030204" pitchFamily="34" charset="0"/>
              </a:rPr>
              <a:t>{ </a:t>
            </a:r>
          </a:p>
          <a:p>
            <a:r>
              <a:rPr lang="en-IN" sz="2400" b="0" i="0" u="none" strike="noStrike" baseline="0" dirty="0">
                <a:solidFill>
                  <a:srgbClr val="000000"/>
                </a:solidFill>
                <a:latin typeface="Calibri" panose="020F0502020204030204" pitchFamily="34" charset="0"/>
              </a:rPr>
              <a:t>"</a:t>
            </a:r>
            <a:r>
              <a:rPr lang="en-IN" sz="2400" b="0" i="0" u="none" strike="noStrike" baseline="0" dirty="0" err="1">
                <a:solidFill>
                  <a:srgbClr val="000000"/>
                </a:solidFill>
                <a:latin typeface="Calibri" panose="020F0502020204030204" pitchFamily="34" charset="0"/>
              </a:rPr>
              <a:t>thaliName</a:t>
            </a:r>
            <a:r>
              <a:rPr lang="en-IN" sz="2400" b="0" i="0" u="none" strike="noStrike" baseline="0" dirty="0">
                <a:solidFill>
                  <a:srgbClr val="000000"/>
                </a:solidFill>
                <a:latin typeface="Calibri" panose="020F0502020204030204" pitchFamily="34" charset="0"/>
              </a:rPr>
              <a:t>": "Premium Wedding Thali", </a:t>
            </a:r>
          </a:p>
          <a:p>
            <a:r>
              <a:rPr lang="en-IN" sz="2400" b="0" i="0" u="none" strike="noStrike" baseline="0" dirty="0">
                <a:solidFill>
                  <a:srgbClr val="000000"/>
                </a:solidFill>
                <a:latin typeface="Calibri" panose="020F0502020204030204" pitchFamily="34" charset="0"/>
              </a:rPr>
              <a:t>"description": "Paneer, Dal Makhani, Butter Naan, Sweet", </a:t>
            </a:r>
          </a:p>
          <a:p>
            <a:r>
              <a:rPr lang="en-IN" sz="2400" b="0" i="0" u="none" strike="noStrike" baseline="0" dirty="0">
                <a:solidFill>
                  <a:srgbClr val="000000"/>
                </a:solidFill>
                <a:latin typeface="Calibri" panose="020F0502020204030204" pitchFamily="34" charset="0"/>
              </a:rPr>
              <a:t>"price": 1500, </a:t>
            </a:r>
          </a:p>
          <a:p>
            <a:r>
              <a:rPr lang="en-IN" sz="2400" b="0" i="0" u="none" strike="noStrike" baseline="0" dirty="0">
                <a:solidFill>
                  <a:srgbClr val="000000"/>
                </a:solidFill>
                <a:latin typeface="Calibri" panose="020F0502020204030204" pitchFamily="34" charset="0"/>
              </a:rPr>
              <a:t>"_id": { </a:t>
            </a:r>
          </a:p>
          <a:p>
            <a:r>
              <a:rPr lang="en-IN" sz="2400" b="0" i="0" u="none" strike="noStrike" baseline="0" dirty="0">
                <a:solidFill>
                  <a:srgbClr val="000000"/>
                </a:solidFill>
                <a:latin typeface="Calibri" panose="020F0502020204030204" pitchFamily="34" charset="0"/>
              </a:rPr>
              <a:t>"$</a:t>
            </a:r>
            <a:r>
              <a:rPr lang="en-IN" sz="2400" b="0" i="0" u="none" strike="noStrike" baseline="0" dirty="0" err="1">
                <a:solidFill>
                  <a:srgbClr val="000000"/>
                </a:solidFill>
                <a:latin typeface="Calibri" panose="020F0502020204030204" pitchFamily="34" charset="0"/>
              </a:rPr>
              <a:t>oid</a:t>
            </a:r>
            <a:r>
              <a:rPr lang="en-IN" sz="2400" b="0" i="0" u="none" strike="noStrike" baseline="0" dirty="0">
                <a:solidFill>
                  <a:srgbClr val="000000"/>
                </a:solidFill>
                <a:latin typeface="Calibri" panose="020F0502020204030204" pitchFamily="34" charset="0"/>
              </a:rPr>
              <a:t>": "698606248a039d9946ce22f9" </a:t>
            </a:r>
          </a:p>
          <a:p>
            <a:r>
              <a:rPr lang="en-IN" sz="2400" b="0" i="0" u="none" strike="noStrike" baseline="0" dirty="0">
                <a:solidFill>
                  <a:srgbClr val="000000"/>
                </a:solidFill>
                <a:latin typeface="Calibri" panose="020F0502020204030204" pitchFamily="34" charset="0"/>
              </a:rPr>
              <a:t>} </a:t>
            </a:r>
          </a:p>
          <a:p>
            <a:r>
              <a:rPr lang="en-IN" sz="2400" b="0" i="0" u="none" strike="noStrike" baseline="0" dirty="0">
                <a:solidFill>
                  <a:srgbClr val="000000"/>
                </a:solidFill>
                <a:latin typeface="Calibri" panose="020F0502020204030204" pitchFamily="34" charset="0"/>
              </a:rPr>
              <a:t>} </a:t>
            </a:r>
          </a:p>
          <a:p>
            <a:r>
              <a:rPr lang="en-IN" sz="2400" b="0" i="0" u="none" strike="noStrike" baseline="0" dirty="0">
                <a:solidFill>
                  <a:srgbClr val="000000"/>
                </a:solidFill>
                <a:latin typeface="Calibri" panose="020F0502020204030204" pitchFamily="34" charset="0"/>
              </a:rPr>
              <a:t>], </a:t>
            </a:r>
          </a:p>
          <a:p>
            <a:r>
              <a:rPr lang="en-IN" sz="2400" b="0" i="0" u="none" strike="noStrike" baseline="0" dirty="0">
                <a:solidFill>
                  <a:srgbClr val="000000"/>
                </a:solidFill>
                <a:latin typeface="Calibri" panose="020F0502020204030204" pitchFamily="34" charset="0"/>
              </a:rPr>
              <a:t>"</a:t>
            </a:r>
            <a:r>
              <a:rPr lang="en-IN" sz="2400" b="0" i="0" u="none" strike="noStrike" baseline="0" dirty="0" err="1">
                <a:solidFill>
                  <a:srgbClr val="000000"/>
                </a:solidFill>
                <a:latin typeface="Calibri" panose="020F0502020204030204" pitchFamily="34" charset="0"/>
              </a:rPr>
              <a:t>createdAt</a:t>
            </a:r>
            <a:r>
              <a:rPr lang="en-IN" sz="2400" b="0" i="0" u="none" strike="noStrike" baseline="0" dirty="0">
                <a:solidFill>
                  <a:srgbClr val="000000"/>
                </a:solidFill>
                <a:latin typeface="Calibri" panose="020F0502020204030204" pitchFamily="34" charset="0"/>
              </a:rPr>
              <a:t>": { </a:t>
            </a:r>
          </a:p>
          <a:p>
            <a:r>
              <a:rPr lang="en-IN" sz="2400" b="0" i="0" u="none" strike="noStrike" baseline="0" dirty="0">
                <a:solidFill>
                  <a:srgbClr val="000000"/>
                </a:solidFill>
                <a:latin typeface="Calibri" panose="020F0502020204030204" pitchFamily="34" charset="0"/>
              </a:rPr>
              <a:t>"$date": "2026-02-06T15:17:56.239Z" </a:t>
            </a:r>
          </a:p>
          <a:p>
            <a:r>
              <a:rPr lang="en-IN" sz="2400" b="0" i="0" u="none" strike="noStrike" baseline="0" dirty="0">
                <a:solidFill>
                  <a:srgbClr val="000000"/>
                </a:solidFill>
                <a:latin typeface="Calibri" panose="020F0502020204030204" pitchFamily="34" charset="0"/>
              </a:rPr>
              <a:t>}, </a:t>
            </a:r>
          </a:p>
          <a:p>
            <a:r>
              <a:rPr lang="en-IN" sz="2400" b="0" i="0" u="none" strike="noStrike" baseline="0" dirty="0">
                <a:solidFill>
                  <a:srgbClr val="000000"/>
                </a:solidFill>
                <a:latin typeface="Calibri" panose="020F0502020204030204" pitchFamily="34" charset="0"/>
              </a:rPr>
              <a:t>"</a:t>
            </a:r>
            <a:r>
              <a:rPr lang="en-IN" sz="2400" b="0" i="0" u="none" strike="noStrike" baseline="0" dirty="0" err="1">
                <a:solidFill>
                  <a:srgbClr val="000000"/>
                </a:solidFill>
                <a:latin typeface="Calibri" panose="020F0502020204030204" pitchFamily="34" charset="0"/>
              </a:rPr>
              <a:t>updatedAt</a:t>
            </a:r>
            <a:r>
              <a:rPr lang="en-IN" sz="2400" b="0" i="0" u="none" strike="noStrike" baseline="0" dirty="0">
                <a:solidFill>
                  <a:srgbClr val="000000"/>
                </a:solidFill>
                <a:latin typeface="Calibri" panose="020F0502020204030204" pitchFamily="34" charset="0"/>
              </a:rPr>
              <a:t>": { </a:t>
            </a:r>
          </a:p>
          <a:p>
            <a:r>
              <a:rPr lang="en-IN" sz="2400" b="0" i="0" u="none" strike="noStrike" baseline="0" dirty="0">
                <a:solidFill>
                  <a:srgbClr val="000000"/>
                </a:solidFill>
                <a:latin typeface="Calibri" panose="020F0502020204030204" pitchFamily="34" charset="0"/>
              </a:rPr>
              <a:t>"$date": "2026-02-06T15:17:56.239Z" </a:t>
            </a:r>
          </a:p>
          <a:p>
            <a:r>
              <a:rPr lang="en-IN" sz="2400" b="0" i="0" u="none" strike="noStrike" baseline="0" dirty="0">
                <a:solidFill>
                  <a:srgbClr val="000000"/>
                </a:solidFill>
                <a:latin typeface="Calibri" panose="020F0502020204030204" pitchFamily="34" charset="0"/>
              </a:rPr>
              <a:t>}, </a:t>
            </a:r>
          </a:p>
          <a:p>
            <a:r>
              <a:rPr lang="en-IN" sz="2400" b="0" i="0" u="none" strike="noStrike" baseline="0" dirty="0">
                <a:solidFill>
                  <a:srgbClr val="000000"/>
                </a:solidFill>
                <a:latin typeface="Calibri" panose="020F0502020204030204" pitchFamily="34" charset="0"/>
              </a:rPr>
              <a:t>"__v": 0 </a:t>
            </a:r>
          </a:p>
          <a:p>
            <a:r>
              <a:rPr lang="en-IN" sz="2400" b="0" i="0" u="none" strike="noStrike" baseline="0" dirty="0">
                <a:solidFill>
                  <a:srgbClr val="000000"/>
                </a:solidFill>
                <a:latin typeface="Calibri" panose="020F0502020204030204" pitchFamily="34" charset="0"/>
              </a:rPr>
              <a:t>} </a:t>
            </a:r>
            <a:endParaRPr lang="en-IN" sz="2400" dirty="0"/>
          </a:p>
        </p:txBody>
      </p:sp>
      <p:pic>
        <p:nvPicPr>
          <p:cNvPr id="4" name="Picture 3">
            <a:extLst>
              <a:ext uri="{FF2B5EF4-FFF2-40B4-BE49-F238E27FC236}">
                <a16:creationId xmlns:a16="http://schemas.microsoft.com/office/drawing/2014/main" id="{05C5E87B-0CC3-E3B5-5384-1AB321BCA76E}"/>
              </a:ext>
            </a:extLst>
          </p:cNvPr>
          <p:cNvPicPr>
            <a:picLocks noChangeAspect="1"/>
          </p:cNvPicPr>
          <p:nvPr/>
        </p:nvPicPr>
        <p:blipFill>
          <a:blip r:embed="rId2"/>
          <a:stretch>
            <a:fillRect/>
          </a:stretch>
        </p:blipFill>
        <p:spPr>
          <a:xfrm>
            <a:off x="12533600" y="7603529"/>
            <a:ext cx="1990725" cy="533400"/>
          </a:xfrm>
          <a:prstGeom prst="rect">
            <a:avLst/>
          </a:prstGeom>
        </p:spPr>
      </p:pic>
    </p:spTree>
    <p:extLst>
      <p:ext uri="{BB962C8B-B14F-4D97-AF65-F5344CB8AC3E}">
        <p14:creationId xmlns:p14="http://schemas.microsoft.com/office/powerpoint/2010/main" val="15451062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AF9233E-B16A-C9B3-D5B3-60A6C1EDF74A}"/>
              </a:ext>
            </a:extLst>
          </p:cNvPr>
          <p:cNvSpPr txBox="1"/>
          <p:nvPr/>
        </p:nvSpPr>
        <p:spPr>
          <a:xfrm>
            <a:off x="3657600" y="222657"/>
            <a:ext cx="7315200" cy="523220"/>
          </a:xfrm>
          <a:prstGeom prst="rect">
            <a:avLst/>
          </a:prstGeom>
          <a:noFill/>
        </p:spPr>
        <p:txBody>
          <a:bodyPr wrap="square">
            <a:spAutoFit/>
          </a:bodyPr>
          <a:lstStyle/>
          <a:p>
            <a:pPr algn="ctr"/>
            <a:r>
              <a:rPr lang="en-IN" sz="2800" b="1" i="0" u="none" strike="noStrike" baseline="0" dirty="0">
                <a:solidFill>
                  <a:srgbClr val="000000"/>
                </a:solidFill>
                <a:latin typeface="Calibri" panose="020F0502020204030204" pitchFamily="34" charset="0"/>
              </a:rPr>
              <a:t>User Collection Document : </a:t>
            </a:r>
            <a:endParaRPr lang="en-IN" sz="2800" dirty="0"/>
          </a:p>
        </p:txBody>
      </p:sp>
      <p:sp>
        <p:nvSpPr>
          <p:cNvPr id="5" name="TextBox 4">
            <a:extLst>
              <a:ext uri="{FF2B5EF4-FFF2-40B4-BE49-F238E27FC236}">
                <a16:creationId xmlns:a16="http://schemas.microsoft.com/office/drawing/2014/main" id="{56CDBCA9-3E6E-7FB3-2A85-7CB90E8C48D1}"/>
              </a:ext>
            </a:extLst>
          </p:cNvPr>
          <p:cNvSpPr txBox="1"/>
          <p:nvPr/>
        </p:nvSpPr>
        <p:spPr>
          <a:xfrm>
            <a:off x="3657600" y="999248"/>
            <a:ext cx="7315200" cy="6740307"/>
          </a:xfrm>
          <a:prstGeom prst="rect">
            <a:avLst/>
          </a:prstGeom>
          <a:noFill/>
        </p:spPr>
        <p:txBody>
          <a:bodyPr wrap="square">
            <a:spAutoFit/>
          </a:bodyPr>
          <a:lstStyle/>
          <a:p>
            <a:r>
              <a:rPr lang="en-IN" sz="2400" b="0" i="0" u="none" strike="noStrike" baseline="0" dirty="0">
                <a:solidFill>
                  <a:srgbClr val="000000"/>
                </a:solidFill>
                <a:latin typeface="Calibri" panose="020F0502020204030204" pitchFamily="34" charset="0"/>
              </a:rPr>
              <a:t>{ </a:t>
            </a:r>
          </a:p>
          <a:p>
            <a:r>
              <a:rPr lang="en-IN" sz="2400" b="0" i="0" u="none" strike="noStrike" baseline="0" dirty="0">
                <a:solidFill>
                  <a:srgbClr val="000000"/>
                </a:solidFill>
                <a:latin typeface="Calibri" panose="020F0502020204030204" pitchFamily="34" charset="0"/>
              </a:rPr>
              <a:t>"_id": { </a:t>
            </a:r>
          </a:p>
          <a:p>
            <a:r>
              <a:rPr lang="en-IN" sz="2400" b="0" i="0" u="none" strike="noStrike" baseline="0" dirty="0">
                <a:solidFill>
                  <a:srgbClr val="000000"/>
                </a:solidFill>
                <a:latin typeface="Calibri" panose="020F0502020204030204" pitchFamily="34" charset="0"/>
              </a:rPr>
              <a:t>"$</a:t>
            </a:r>
            <a:r>
              <a:rPr lang="en-IN" sz="2400" b="0" i="0" u="none" strike="noStrike" baseline="0" dirty="0" err="1">
                <a:solidFill>
                  <a:srgbClr val="000000"/>
                </a:solidFill>
                <a:latin typeface="Calibri" panose="020F0502020204030204" pitchFamily="34" charset="0"/>
              </a:rPr>
              <a:t>oid</a:t>
            </a:r>
            <a:r>
              <a:rPr lang="en-IN" sz="2400" b="0" i="0" u="none" strike="noStrike" baseline="0" dirty="0">
                <a:solidFill>
                  <a:srgbClr val="000000"/>
                </a:solidFill>
                <a:latin typeface="Calibri" panose="020F0502020204030204" pitchFamily="34" charset="0"/>
              </a:rPr>
              <a:t>": "6999abad22683daa4737608b" </a:t>
            </a:r>
          </a:p>
          <a:p>
            <a:r>
              <a:rPr lang="en-IN" sz="2400" b="0" i="0" u="none" strike="noStrike" baseline="0" dirty="0">
                <a:solidFill>
                  <a:srgbClr val="000000"/>
                </a:solidFill>
                <a:latin typeface="Calibri" panose="020F0502020204030204" pitchFamily="34" charset="0"/>
              </a:rPr>
              <a:t>}, </a:t>
            </a:r>
          </a:p>
          <a:p>
            <a:r>
              <a:rPr lang="en-IN" sz="2400" b="0" i="0" u="none" strike="noStrike" baseline="0" dirty="0">
                <a:solidFill>
                  <a:srgbClr val="000000"/>
                </a:solidFill>
                <a:latin typeface="Calibri" panose="020F0502020204030204" pitchFamily="34" charset="0"/>
              </a:rPr>
              <a:t>"</a:t>
            </a:r>
            <a:r>
              <a:rPr lang="en-IN" sz="2400" b="0" i="0" u="none" strike="noStrike" baseline="0" dirty="0" err="1">
                <a:solidFill>
                  <a:srgbClr val="000000"/>
                </a:solidFill>
                <a:latin typeface="Calibri" panose="020F0502020204030204" pitchFamily="34" charset="0"/>
              </a:rPr>
              <a:t>fullName</a:t>
            </a:r>
            <a:r>
              <a:rPr lang="en-IN" sz="2400" b="0" i="0" u="none" strike="noStrike" baseline="0" dirty="0">
                <a:solidFill>
                  <a:srgbClr val="000000"/>
                </a:solidFill>
                <a:latin typeface="Calibri" panose="020F0502020204030204" pitchFamily="34" charset="0"/>
              </a:rPr>
              <a:t>": "Mihir Vaidya", </a:t>
            </a:r>
          </a:p>
          <a:p>
            <a:r>
              <a:rPr lang="en-IN" sz="2400" b="0" i="0" u="none" strike="noStrike" baseline="0" dirty="0">
                <a:solidFill>
                  <a:srgbClr val="000000"/>
                </a:solidFill>
                <a:latin typeface="Calibri" panose="020F0502020204030204" pitchFamily="34" charset="0"/>
              </a:rPr>
              <a:t>"email": "mihir@gmail.com", </a:t>
            </a:r>
          </a:p>
          <a:p>
            <a:r>
              <a:rPr lang="en-IN" sz="2400" b="0" i="0" u="none" strike="noStrike" baseline="0" dirty="0">
                <a:solidFill>
                  <a:srgbClr val="000000"/>
                </a:solidFill>
                <a:latin typeface="Calibri" panose="020F0502020204030204" pitchFamily="34" charset="0"/>
              </a:rPr>
              <a:t>"password": "$2b$10$EAOAHv38EZyt5woZLVI5ieXL/bEoKhzgya4SqSJfn5FJYmhjVq34m", </a:t>
            </a:r>
          </a:p>
          <a:p>
            <a:r>
              <a:rPr lang="en-IN" sz="2400" b="0" i="0" u="none" strike="noStrike" baseline="0" dirty="0">
                <a:solidFill>
                  <a:srgbClr val="000000"/>
                </a:solidFill>
                <a:latin typeface="Calibri" panose="020F0502020204030204" pitchFamily="34" charset="0"/>
              </a:rPr>
              <a:t>"phone": "9876543210", </a:t>
            </a:r>
          </a:p>
          <a:p>
            <a:r>
              <a:rPr lang="en-IN" sz="2400" b="0" i="0" u="none" strike="noStrike" baseline="0" dirty="0">
                <a:solidFill>
                  <a:srgbClr val="000000"/>
                </a:solidFill>
                <a:latin typeface="Calibri" panose="020F0502020204030204" pitchFamily="34" charset="0"/>
              </a:rPr>
              <a:t>"</a:t>
            </a:r>
            <a:r>
              <a:rPr lang="en-IN" sz="2400" b="0" i="0" u="none" strike="noStrike" baseline="0" dirty="0" err="1">
                <a:solidFill>
                  <a:srgbClr val="000000"/>
                </a:solidFill>
                <a:latin typeface="Calibri" panose="020F0502020204030204" pitchFamily="34" charset="0"/>
              </a:rPr>
              <a:t>createdAt</a:t>
            </a:r>
            <a:r>
              <a:rPr lang="en-IN" sz="2400" b="0" i="0" u="none" strike="noStrike" baseline="0" dirty="0">
                <a:solidFill>
                  <a:srgbClr val="000000"/>
                </a:solidFill>
                <a:latin typeface="Calibri" panose="020F0502020204030204" pitchFamily="34" charset="0"/>
              </a:rPr>
              <a:t>": { </a:t>
            </a:r>
          </a:p>
          <a:p>
            <a:r>
              <a:rPr lang="en-IN" sz="2400" b="0" i="0" u="none" strike="noStrike" baseline="0" dirty="0">
                <a:solidFill>
                  <a:srgbClr val="000000"/>
                </a:solidFill>
                <a:latin typeface="Calibri" panose="020F0502020204030204" pitchFamily="34" charset="0"/>
              </a:rPr>
              <a:t>"$date": "2026-02-21T12:57:17.437Z" </a:t>
            </a:r>
          </a:p>
          <a:p>
            <a:r>
              <a:rPr lang="en-IN" sz="2400" b="0" i="0" u="none" strike="noStrike" baseline="0" dirty="0">
                <a:solidFill>
                  <a:srgbClr val="000000"/>
                </a:solidFill>
                <a:latin typeface="Calibri" panose="020F0502020204030204" pitchFamily="34" charset="0"/>
              </a:rPr>
              <a:t>}, </a:t>
            </a:r>
          </a:p>
          <a:p>
            <a:r>
              <a:rPr lang="en-IN" sz="2400" b="0" i="0" u="none" strike="noStrike" baseline="0" dirty="0">
                <a:solidFill>
                  <a:srgbClr val="000000"/>
                </a:solidFill>
                <a:latin typeface="Calibri" panose="020F0502020204030204" pitchFamily="34" charset="0"/>
              </a:rPr>
              <a:t>"</a:t>
            </a:r>
            <a:r>
              <a:rPr lang="en-IN" sz="2400" b="0" i="0" u="none" strike="noStrike" baseline="0" dirty="0" err="1">
                <a:solidFill>
                  <a:srgbClr val="000000"/>
                </a:solidFill>
                <a:latin typeface="Calibri" panose="020F0502020204030204" pitchFamily="34" charset="0"/>
              </a:rPr>
              <a:t>updatedAt</a:t>
            </a:r>
            <a:r>
              <a:rPr lang="en-IN" sz="2400" b="0" i="0" u="none" strike="noStrike" baseline="0" dirty="0">
                <a:solidFill>
                  <a:srgbClr val="000000"/>
                </a:solidFill>
                <a:latin typeface="Calibri" panose="020F0502020204030204" pitchFamily="34" charset="0"/>
              </a:rPr>
              <a:t>": { </a:t>
            </a:r>
          </a:p>
          <a:p>
            <a:r>
              <a:rPr lang="en-IN" sz="2400" b="0" i="0" u="none" strike="noStrike" baseline="0" dirty="0">
                <a:solidFill>
                  <a:srgbClr val="000000"/>
                </a:solidFill>
                <a:latin typeface="Calibri" panose="020F0502020204030204" pitchFamily="34" charset="0"/>
              </a:rPr>
              <a:t>"$date": "2026-02-21T12:57:17.437Z" </a:t>
            </a:r>
          </a:p>
          <a:p>
            <a:r>
              <a:rPr lang="en-IN" sz="2400" b="0" i="0" u="none" strike="noStrike" baseline="0" dirty="0">
                <a:solidFill>
                  <a:srgbClr val="000000"/>
                </a:solidFill>
                <a:latin typeface="Calibri" panose="020F0502020204030204" pitchFamily="34" charset="0"/>
              </a:rPr>
              <a:t>}, </a:t>
            </a:r>
          </a:p>
          <a:p>
            <a:r>
              <a:rPr lang="en-IN" sz="2400" b="0" i="0" u="none" strike="noStrike" baseline="0" dirty="0">
                <a:solidFill>
                  <a:srgbClr val="000000"/>
                </a:solidFill>
                <a:latin typeface="Calibri" panose="020F0502020204030204" pitchFamily="34" charset="0"/>
              </a:rPr>
              <a:t>"__v": 0 </a:t>
            </a:r>
          </a:p>
          <a:p>
            <a:r>
              <a:rPr lang="en-IN" sz="2400" b="0" i="0" u="none" strike="noStrike" baseline="0" dirty="0">
                <a:solidFill>
                  <a:srgbClr val="000000"/>
                </a:solidFill>
                <a:latin typeface="Calibri" panose="020F0502020204030204" pitchFamily="34" charset="0"/>
              </a:rPr>
              <a:t>} </a:t>
            </a:r>
            <a:endParaRPr lang="en-IN" sz="2400" dirty="0"/>
          </a:p>
        </p:txBody>
      </p:sp>
      <p:pic>
        <p:nvPicPr>
          <p:cNvPr id="4" name="Picture 3">
            <a:extLst>
              <a:ext uri="{FF2B5EF4-FFF2-40B4-BE49-F238E27FC236}">
                <a16:creationId xmlns:a16="http://schemas.microsoft.com/office/drawing/2014/main" id="{3D2226D1-8FA8-9420-031C-824FD108412D}"/>
              </a:ext>
            </a:extLst>
          </p:cNvPr>
          <p:cNvPicPr>
            <a:picLocks noChangeAspect="1"/>
          </p:cNvPicPr>
          <p:nvPr/>
        </p:nvPicPr>
        <p:blipFill>
          <a:blip r:embed="rId2"/>
          <a:stretch>
            <a:fillRect/>
          </a:stretch>
        </p:blipFill>
        <p:spPr>
          <a:xfrm>
            <a:off x="12639675" y="7620000"/>
            <a:ext cx="1990725" cy="533400"/>
          </a:xfrm>
          <a:prstGeom prst="rect">
            <a:avLst/>
          </a:prstGeom>
        </p:spPr>
      </p:pic>
    </p:spTree>
    <p:extLst>
      <p:ext uri="{BB962C8B-B14F-4D97-AF65-F5344CB8AC3E}">
        <p14:creationId xmlns:p14="http://schemas.microsoft.com/office/powerpoint/2010/main" val="30441849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AB65B0-AD7F-C7FA-0DCE-0F9652A471B1}"/>
              </a:ext>
            </a:extLst>
          </p:cNvPr>
          <p:cNvSpPr txBox="1"/>
          <p:nvPr/>
        </p:nvSpPr>
        <p:spPr>
          <a:xfrm>
            <a:off x="3657600" y="184666"/>
            <a:ext cx="7315200" cy="461665"/>
          </a:xfrm>
          <a:prstGeom prst="rect">
            <a:avLst/>
          </a:prstGeom>
          <a:noFill/>
        </p:spPr>
        <p:txBody>
          <a:bodyPr wrap="square">
            <a:spAutoFit/>
          </a:bodyPr>
          <a:lstStyle/>
          <a:p>
            <a:pPr algn="ctr"/>
            <a:r>
              <a:rPr lang="en-IN" sz="2400" b="1" i="0" u="none" strike="noStrike" baseline="0" dirty="0">
                <a:solidFill>
                  <a:srgbClr val="000000"/>
                </a:solidFill>
              </a:rPr>
              <a:t>API Screenshots :</a:t>
            </a:r>
          </a:p>
        </p:txBody>
      </p:sp>
      <p:sp>
        <p:nvSpPr>
          <p:cNvPr id="5" name="TextBox 4">
            <a:extLst>
              <a:ext uri="{FF2B5EF4-FFF2-40B4-BE49-F238E27FC236}">
                <a16:creationId xmlns:a16="http://schemas.microsoft.com/office/drawing/2014/main" id="{C34813F2-329F-E0CD-8980-7BDA3E0964D1}"/>
              </a:ext>
            </a:extLst>
          </p:cNvPr>
          <p:cNvSpPr txBox="1"/>
          <p:nvPr/>
        </p:nvSpPr>
        <p:spPr>
          <a:xfrm>
            <a:off x="544484" y="622508"/>
            <a:ext cx="7315200" cy="400110"/>
          </a:xfrm>
          <a:prstGeom prst="rect">
            <a:avLst/>
          </a:prstGeom>
          <a:noFill/>
        </p:spPr>
        <p:txBody>
          <a:bodyPr wrap="square">
            <a:spAutoFit/>
          </a:bodyPr>
          <a:lstStyle/>
          <a:p>
            <a:pPr marL="342900" indent="-342900">
              <a:buFont typeface="Wingdings" panose="05000000000000000000" pitchFamily="2" charset="2"/>
              <a:buChar char="v"/>
            </a:pPr>
            <a:r>
              <a:rPr lang="en-IN" sz="2000" b="1" i="0" u="none" strike="noStrike" baseline="0" dirty="0">
                <a:solidFill>
                  <a:srgbClr val="000000"/>
                </a:solidFill>
              </a:rPr>
              <a:t>Events : </a:t>
            </a:r>
            <a:endParaRPr lang="en-IN" sz="2000" b="1" dirty="0"/>
          </a:p>
        </p:txBody>
      </p:sp>
      <p:sp>
        <p:nvSpPr>
          <p:cNvPr id="7" name="TextBox 6">
            <a:extLst>
              <a:ext uri="{FF2B5EF4-FFF2-40B4-BE49-F238E27FC236}">
                <a16:creationId xmlns:a16="http://schemas.microsoft.com/office/drawing/2014/main" id="{2B57C81A-FD0B-8C13-9EDB-2F0B4FF53F35}"/>
              </a:ext>
            </a:extLst>
          </p:cNvPr>
          <p:cNvSpPr txBox="1"/>
          <p:nvPr/>
        </p:nvSpPr>
        <p:spPr>
          <a:xfrm>
            <a:off x="544484" y="1046441"/>
            <a:ext cx="7315200" cy="400110"/>
          </a:xfrm>
          <a:prstGeom prst="rect">
            <a:avLst/>
          </a:prstGeom>
          <a:noFill/>
        </p:spPr>
        <p:txBody>
          <a:bodyPr wrap="square">
            <a:spAutoFit/>
          </a:bodyPr>
          <a:lstStyle/>
          <a:p>
            <a:pPr marL="342900" indent="-342900">
              <a:buFont typeface="Wingdings" panose="05000000000000000000" pitchFamily="2" charset="2"/>
              <a:buChar char="v"/>
            </a:pPr>
            <a:r>
              <a:rPr lang="en-IN" sz="2000" b="1" i="0" u="none" strike="noStrike" baseline="0" dirty="0">
                <a:solidFill>
                  <a:srgbClr val="000000"/>
                </a:solidFill>
              </a:rPr>
              <a:t>packages : </a:t>
            </a:r>
            <a:endParaRPr lang="en-IN" sz="2000" b="1" dirty="0"/>
          </a:p>
        </p:txBody>
      </p:sp>
      <p:sp>
        <p:nvSpPr>
          <p:cNvPr id="9" name="TextBox 8">
            <a:extLst>
              <a:ext uri="{FF2B5EF4-FFF2-40B4-BE49-F238E27FC236}">
                <a16:creationId xmlns:a16="http://schemas.microsoft.com/office/drawing/2014/main" id="{B3F63EFB-D622-7EA7-C85B-11C9942D2FBE}"/>
              </a:ext>
            </a:extLst>
          </p:cNvPr>
          <p:cNvSpPr txBox="1"/>
          <p:nvPr/>
        </p:nvSpPr>
        <p:spPr>
          <a:xfrm>
            <a:off x="3366655" y="1084173"/>
            <a:ext cx="7315200" cy="400110"/>
          </a:xfrm>
          <a:prstGeom prst="rect">
            <a:avLst/>
          </a:prstGeom>
          <a:noFill/>
        </p:spPr>
        <p:txBody>
          <a:bodyPr wrap="square">
            <a:spAutoFit/>
          </a:bodyPr>
          <a:lstStyle/>
          <a:p>
            <a:pPr marL="342900" indent="-342900" algn="ctr">
              <a:buFont typeface="Arial" panose="020B0604020202020204" pitchFamily="34" charset="0"/>
              <a:buChar char="•"/>
            </a:pPr>
            <a:r>
              <a:rPr lang="en-IN" sz="2000" b="1" i="0" u="none" strike="noStrike" baseline="0" dirty="0">
                <a:solidFill>
                  <a:srgbClr val="000000"/>
                </a:solidFill>
              </a:rPr>
              <a:t>Events : </a:t>
            </a:r>
          </a:p>
        </p:txBody>
      </p:sp>
      <p:pic>
        <p:nvPicPr>
          <p:cNvPr id="14" name="Image 6">
            <a:extLst>
              <a:ext uri="{FF2B5EF4-FFF2-40B4-BE49-F238E27FC236}">
                <a16:creationId xmlns:a16="http://schemas.microsoft.com/office/drawing/2014/main" id="{94D6C46F-0A22-D33D-CD08-CE853C31E8E4}"/>
              </a:ext>
            </a:extLst>
          </p:cNvPr>
          <p:cNvPicPr>
            <a:picLocks/>
          </p:cNvPicPr>
          <p:nvPr/>
        </p:nvPicPr>
        <p:blipFill>
          <a:blip r:embed="rId2" cstate="print"/>
          <a:stretch>
            <a:fillRect/>
          </a:stretch>
        </p:blipFill>
        <p:spPr>
          <a:xfrm>
            <a:off x="187035" y="1721969"/>
            <a:ext cx="14297891" cy="6382939"/>
          </a:xfrm>
          <a:prstGeom prst="rect">
            <a:avLst/>
          </a:prstGeom>
        </p:spPr>
      </p:pic>
    </p:spTree>
    <p:extLst>
      <p:ext uri="{BB962C8B-B14F-4D97-AF65-F5344CB8AC3E}">
        <p14:creationId xmlns:p14="http://schemas.microsoft.com/office/powerpoint/2010/main" val="19446474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7">
            <a:extLst>
              <a:ext uri="{FF2B5EF4-FFF2-40B4-BE49-F238E27FC236}">
                <a16:creationId xmlns:a16="http://schemas.microsoft.com/office/drawing/2014/main" id="{C6EB3C58-C8D1-F950-B158-60A41C9E149A}"/>
              </a:ext>
            </a:extLst>
          </p:cNvPr>
          <p:cNvPicPr>
            <a:picLocks/>
          </p:cNvPicPr>
          <p:nvPr/>
        </p:nvPicPr>
        <p:blipFill>
          <a:blip r:embed="rId2" cstate="print"/>
          <a:stretch>
            <a:fillRect/>
          </a:stretch>
        </p:blipFill>
        <p:spPr>
          <a:xfrm>
            <a:off x="0" y="1"/>
            <a:ext cx="14630400" cy="8229600"/>
          </a:xfrm>
          <a:prstGeom prst="rect">
            <a:avLst/>
          </a:prstGeom>
        </p:spPr>
      </p:pic>
    </p:spTree>
    <p:extLst>
      <p:ext uri="{BB962C8B-B14F-4D97-AF65-F5344CB8AC3E}">
        <p14:creationId xmlns:p14="http://schemas.microsoft.com/office/powerpoint/2010/main" val="29427118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00C7B9C-459B-2D00-487D-3A4A52771026}"/>
              </a:ext>
            </a:extLst>
          </p:cNvPr>
          <p:cNvSpPr txBox="1"/>
          <p:nvPr/>
        </p:nvSpPr>
        <p:spPr>
          <a:xfrm>
            <a:off x="3657600" y="272534"/>
            <a:ext cx="7315200" cy="461665"/>
          </a:xfrm>
          <a:prstGeom prst="rect">
            <a:avLst/>
          </a:prstGeom>
          <a:noFill/>
        </p:spPr>
        <p:txBody>
          <a:bodyPr wrap="square">
            <a:spAutoFit/>
          </a:bodyPr>
          <a:lstStyle/>
          <a:p>
            <a:pPr marL="14605" algn="ctr">
              <a:spcBef>
                <a:spcPts val="10"/>
              </a:spcBef>
              <a:buNone/>
            </a:pPr>
            <a:r>
              <a:rPr lang="en-US" sz="2400" b="1" dirty="0">
                <a:effectLst/>
                <a:latin typeface="Calibri" panose="020F0502020204030204" pitchFamily="34" charset="0"/>
                <a:ea typeface="Calibri" panose="020F0502020204030204" pitchFamily="34" charset="0"/>
              </a:rPr>
              <a:t>Packages</a:t>
            </a:r>
            <a:r>
              <a:rPr lang="en-US" sz="2400" b="1" spc="-45" dirty="0">
                <a:effectLst/>
                <a:latin typeface="Calibri" panose="020F0502020204030204" pitchFamily="34" charset="0"/>
                <a:ea typeface="Calibri" panose="020F0502020204030204" pitchFamily="34" charset="0"/>
              </a:rPr>
              <a:t> </a:t>
            </a:r>
            <a:r>
              <a:rPr lang="en-US" sz="2400" b="1" spc="-50" dirty="0">
                <a:effectLst/>
                <a:latin typeface="Calibri" panose="020F0502020204030204" pitchFamily="34" charset="0"/>
                <a:ea typeface="Calibri" panose="020F0502020204030204" pitchFamily="34" charset="0"/>
              </a:rPr>
              <a:t>:</a:t>
            </a:r>
            <a:endParaRPr lang="en-IN" sz="2400" dirty="0">
              <a:effectLst/>
              <a:latin typeface="Calibri" panose="020F0502020204030204" pitchFamily="34" charset="0"/>
              <a:ea typeface="Calibri" panose="020F0502020204030204" pitchFamily="34" charset="0"/>
            </a:endParaRPr>
          </a:p>
        </p:txBody>
      </p:sp>
      <p:pic>
        <p:nvPicPr>
          <p:cNvPr id="4" name="Image 8">
            <a:extLst>
              <a:ext uri="{FF2B5EF4-FFF2-40B4-BE49-F238E27FC236}">
                <a16:creationId xmlns:a16="http://schemas.microsoft.com/office/drawing/2014/main" id="{1DD88883-02A4-6262-C0F1-0843AC3A8D4E}"/>
              </a:ext>
            </a:extLst>
          </p:cNvPr>
          <p:cNvPicPr>
            <a:picLocks/>
          </p:cNvPicPr>
          <p:nvPr/>
        </p:nvPicPr>
        <p:blipFill>
          <a:blip r:embed="rId2" cstate="print"/>
          <a:stretch>
            <a:fillRect/>
          </a:stretch>
        </p:blipFill>
        <p:spPr>
          <a:xfrm>
            <a:off x="0" y="734199"/>
            <a:ext cx="14630400" cy="7495401"/>
          </a:xfrm>
          <a:prstGeom prst="rect">
            <a:avLst/>
          </a:prstGeom>
        </p:spPr>
      </p:pic>
    </p:spTree>
    <p:extLst>
      <p:ext uri="{BB962C8B-B14F-4D97-AF65-F5344CB8AC3E}">
        <p14:creationId xmlns:p14="http://schemas.microsoft.com/office/powerpoint/2010/main" val="21557416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9">
            <a:extLst>
              <a:ext uri="{FF2B5EF4-FFF2-40B4-BE49-F238E27FC236}">
                <a16:creationId xmlns:a16="http://schemas.microsoft.com/office/drawing/2014/main" id="{F1F3E0AB-F749-BC84-2F58-E51081E2E767}"/>
              </a:ext>
            </a:extLst>
          </p:cNvPr>
          <p:cNvPicPr>
            <a:picLocks/>
          </p:cNvPicPr>
          <p:nvPr/>
        </p:nvPicPr>
        <p:blipFill>
          <a:blip r:embed="rId2" cstate="print"/>
          <a:stretch>
            <a:fillRect/>
          </a:stretch>
        </p:blipFill>
        <p:spPr>
          <a:xfrm>
            <a:off x="0" y="0"/>
            <a:ext cx="14630400" cy="8229600"/>
          </a:xfrm>
          <a:prstGeom prst="rect">
            <a:avLst/>
          </a:prstGeom>
        </p:spPr>
      </p:pic>
    </p:spTree>
    <p:extLst>
      <p:ext uri="{BB962C8B-B14F-4D97-AF65-F5344CB8AC3E}">
        <p14:creationId xmlns:p14="http://schemas.microsoft.com/office/powerpoint/2010/main" val="37092748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57C6C23-1712-6BEF-F4AC-52F2B8EE79C6}"/>
              </a:ext>
            </a:extLst>
          </p:cNvPr>
          <p:cNvSpPr txBox="1"/>
          <p:nvPr/>
        </p:nvSpPr>
        <p:spPr>
          <a:xfrm>
            <a:off x="3657600" y="39778"/>
            <a:ext cx="7315200" cy="523220"/>
          </a:xfrm>
          <a:prstGeom prst="rect">
            <a:avLst/>
          </a:prstGeom>
          <a:noFill/>
        </p:spPr>
        <p:txBody>
          <a:bodyPr wrap="square">
            <a:spAutoFit/>
          </a:bodyPr>
          <a:lstStyle/>
          <a:p>
            <a:pPr lvl="1" algn="ctr">
              <a:spcBef>
                <a:spcPts val="10"/>
              </a:spcBef>
              <a:buSzPts val="1800"/>
              <a:tabLst>
                <a:tab pos="357505" algn="l"/>
              </a:tabLst>
            </a:pPr>
            <a:r>
              <a:rPr lang="en-US" sz="2800" b="1" spc="0" dirty="0">
                <a:effectLst/>
                <a:latin typeface="Calibri" panose="020F0502020204030204" pitchFamily="34" charset="0"/>
                <a:ea typeface="Calibri" panose="020F0502020204030204" pitchFamily="34" charset="0"/>
              </a:rPr>
              <a:t>Frontend</a:t>
            </a:r>
            <a:r>
              <a:rPr lang="en-US" sz="2800" b="1" spc="-50" dirty="0">
                <a:effectLst/>
                <a:latin typeface="Calibri" panose="020F0502020204030204" pitchFamily="34" charset="0"/>
                <a:ea typeface="Calibri" panose="020F0502020204030204" pitchFamily="34" charset="0"/>
              </a:rPr>
              <a:t> </a:t>
            </a:r>
            <a:r>
              <a:rPr lang="en-US" sz="2800" b="1" spc="0" dirty="0">
                <a:effectLst/>
                <a:latin typeface="Calibri" panose="020F0502020204030204" pitchFamily="34" charset="0"/>
                <a:ea typeface="Calibri" panose="020F0502020204030204" pitchFamily="34" charset="0"/>
              </a:rPr>
              <a:t>Design</a:t>
            </a:r>
            <a:r>
              <a:rPr lang="en-US" sz="2800" b="1" spc="-40" dirty="0">
                <a:effectLst/>
                <a:latin typeface="Calibri" panose="020F0502020204030204" pitchFamily="34" charset="0"/>
                <a:ea typeface="Calibri" panose="020F0502020204030204" pitchFamily="34" charset="0"/>
              </a:rPr>
              <a:t> </a:t>
            </a:r>
            <a:r>
              <a:rPr lang="en-US" sz="2800" b="1" spc="-50" dirty="0">
                <a:effectLst/>
                <a:latin typeface="Calibri" panose="020F0502020204030204" pitchFamily="34" charset="0"/>
                <a:ea typeface="Calibri" panose="020F0502020204030204" pitchFamily="34" charset="0"/>
              </a:rPr>
              <a:t>:</a:t>
            </a:r>
            <a:endParaRPr lang="en-IN" sz="2800" spc="0" dirty="0">
              <a:effectLst/>
              <a:latin typeface="Calibri" panose="020F0502020204030204" pitchFamily="34" charset="0"/>
              <a:ea typeface="Calibri" panose="020F0502020204030204" pitchFamily="34" charset="0"/>
            </a:endParaRPr>
          </a:p>
        </p:txBody>
      </p:sp>
      <p:sp>
        <p:nvSpPr>
          <p:cNvPr id="5" name="TextBox 4">
            <a:extLst>
              <a:ext uri="{FF2B5EF4-FFF2-40B4-BE49-F238E27FC236}">
                <a16:creationId xmlns:a16="http://schemas.microsoft.com/office/drawing/2014/main" id="{D77DCE38-B7AC-BC7D-C918-FF0D35F044F5}"/>
              </a:ext>
            </a:extLst>
          </p:cNvPr>
          <p:cNvSpPr txBox="1"/>
          <p:nvPr/>
        </p:nvSpPr>
        <p:spPr>
          <a:xfrm>
            <a:off x="3391593" y="520748"/>
            <a:ext cx="7315200" cy="461665"/>
          </a:xfrm>
          <a:prstGeom prst="rect">
            <a:avLst/>
          </a:prstGeom>
          <a:noFill/>
        </p:spPr>
        <p:txBody>
          <a:bodyPr wrap="square">
            <a:spAutoFit/>
          </a:bodyPr>
          <a:lstStyle/>
          <a:p>
            <a:pPr marL="1200150" lvl="2" indent="-285750" algn="ctr">
              <a:spcBef>
                <a:spcPts val="800"/>
              </a:spcBef>
              <a:buFont typeface="Arial" panose="020B0604020202020204" pitchFamily="34" charset="0"/>
              <a:buChar char="•"/>
              <a:tabLst>
                <a:tab pos="474345" algn="l"/>
              </a:tabLst>
            </a:pPr>
            <a:r>
              <a:rPr lang="en-US" sz="2400" b="1" spc="-5" dirty="0">
                <a:effectLst/>
                <a:latin typeface="Calibri" panose="020F0502020204030204" pitchFamily="34" charset="0"/>
                <a:ea typeface="Calibri" panose="020F0502020204030204" pitchFamily="34" charset="0"/>
              </a:rPr>
              <a:t>Home</a:t>
            </a:r>
            <a:r>
              <a:rPr lang="en-US" sz="2400" b="1" spc="-35" dirty="0">
                <a:effectLst/>
                <a:latin typeface="Calibri" panose="020F0502020204030204" pitchFamily="34" charset="0"/>
                <a:ea typeface="Calibri" panose="020F0502020204030204" pitchFamily="34" charset="0"/>
              </a:rPr>
              <a:t> </a:t>
            </a:r>
            <a:r>
              <a:rPr lang="en-US" sz="2400" b="1" spc="-20" dirty="0">
                <a:effectLst/>
                <a:latin typeface="Calibri" panose="020F0502020204030204" pitchFamily="34" charset="0"/>
                <a:ea typeface="Calibri" panose="020F0502020204030204" pitchFamily="34" charset="0"/>
              </a:rPr>
              <a:t>Page</a:t>
            </a:r>
            <a:endParaRPr lang="en-IN" sz="2400" spc="-5" dirty="0">
              <a:effectLst/>
              <a:latin typeface="Calibri" panose="020F0502020204030204" pitchFamily="34" charset="0"/>
              <a:ea typeface="Calibri" panose="020F0502020204030204" pitchFamily="34" charset="0"/>
            </a:endParaRPr>
          </a:p>
        </p:txBody>
      </p:sp>
      <p:pic>
        <p:nvPicPr>
          <p:cNvPr id="6" name="Image 10">
            <a:extLst>
              <a:ext uri="{FF2B5EF4-FFF2-40B4-BE49-F238E27FC236}">
                <a16:creationId xmlns:a16="http://schemas.microsoft.com/office/drawing/2014/main" id="{22506386-EC08-734E-5857-0C33EBB51EB9}"/>
              </a:ext>
            </a:extLst>
          </p:cNvPr>
          <p:cNvPicPr>
            <a:picLocks/>
          </p:cNvPicPr>
          <p:nvPr/>
        </p:nvPicPr>
        <p:blipFill>
          <a:blip r:embed="rId2" cstate="print"/>
          <a:stretch>
            <a:fillRect/>
          </a:stretch>
        </p:blipFill>
        <p:spPr>
          <a:xfrm>
            <a:off x="0" y="1043968"/>
            <a:ext cx="14630400" cy="7145854"/>
          </a:xfrm>
          <a:prstGeom prst="rect">
            <a:avLst/>
          </a:prstGeom>
        </p:spPr>
      </p:pic>
    </p:spTree>
    <p:extLst>
      <p:ext uri="{BB962C8B-B14F-4D97-AF65-F5344CB8AC3E}">
        <p14:creationId xmlns:p14="http://schemas.microsoft.com/office/powerpoint/2010/main" val="21002466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1">
            <a:extLst>
              <a:ext uri="{FF2B5EF4-FFF2-40B4-BE49-F238E27FC236}">
                <a16:creationId xmlns:a16="http://schemas.microsoft.com/office/drawing/2014/main" id="{244A26CE-9C6B-2421-9855-0A45126853FF}"/>
              </a:ext>
            </a:extLst>
          </p:cNvPr>
          <p:cNvPicPr>
            <a:picLocks/>
          </p:cNvPicPr>
          <p:nvPr/>
        </p:nvPicPr>
        <p:blipFill>
          <a:blip r:embed="rId2" cstate="print"/>
          <a:stretch>
            <a:fillRect/>
          </a:stretch>
        </p:blipFill>
        <p:spPr>
          <a:xfrm>
            <a:off x="1" y="282633"/>
            <a:ext cx="14630400" cy="7946967"/>
          </a:xfrm>
          <a:prstGeom prst="rect">
            <a:avLst/>
          </a:prstGeom>
        </p:spPr>
      </p:pic>
    </p:spTree>
    <p:extLst>
      <p:ext uri="{BB962C8B-B14F-4D97-AF65-F5344CB8AC3E}">
        <p14:creationId xmlns:p14="http://schemas.microsoft.com/office/powerpoint/2010/main" val="12664435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EBC9CE-F951-E35C-505C-D6BFF40AE008}"/>
              </a:ext>
            </a:extLst>
          </p:cNvPr>
          <p:cNvSpPr txBox="1"/>
          <p:nvPr/>
        </p:nvSpPr>
        <p:spPr>
          <a:xfrm>
            <a:off x="3657600" y="56403"/>
            <a:ext cx="7315200" cy="461665"/>
          </a:xfrm>
          <a:prstGeom prst="rect">
            <a:avLst/>
          </a:prstGeom>
          <a:noFill/>
        </p:spPr>
        <p:txBody>
          <a:bodyPr wrap="square">
            <a:spAutoFit/>
          </a:bodyPr>
          <a:lstStyle/>
          <a:p>
            <a:pPr lvl="2" algn="ctr">
              <a:spcBef>
                <a:spcPts val="10"/>
              </a:spcBef>
              <a:tabLst>
                <a:tab pos="700405" algn="l"/>
              </a:tabLst>
            </a:pPr>
            <a:r>
              <a:rPr lang="en-US" sz="2400" b="1" spc="-5" dirty="0">
                <a:effectLst/>
                <a:latin typeface="Calibri" panose="020F0502020204030204" pitchFamily="34" charset="0"/>
                <a:ea typeface="Calibri" panose="020F0502020204030204" pitchFamily="34" charset="0"/>
              </a:rPr>
              <a:t>Recent</a:t>
            </a:r>
            <a:r>
              <a:rPr lang="en-US" sz="2400" b="1" spc="-60" dirty="0">
                <a:effectLst/>
                <a:latin typeface="Calibri" panose="020F0502020204030204" pitchFamily="34" charset="0"/>
                <a:ea typeface="Calibri" panose="020F0502020204030204" pitchFamily="34" charset="0"/>
              </a:rPr>
              <a:t> </a:t>
            </a:r>
            <a:r>
              <a:rPr lang="en-US" sz="2400" b="1" spc="-5" dirty="0">
                <a:effectLst/>
                <a:latin typeface="Calibri" panose="020F0502020204030204" pitchFamily="34" charset="0"/>
                <a:ea typeface="Calibri" panose="020F0502020204030204" pitchFamily="34" charset="0"/>
              </a:rPr>
              <a:t>Events</a:t>
            </a:r>
            <a:r>
              <a:rPr lang="en-US" sz="2400" b="1" spc="315" dirty="0">
                <a:effectLst/>
                <a:latin typeface="Calibri" panose="020F0502020204030204" pitchFamily="34" charset="0"/>
                <a:ea typeface="Calibri" panose="020F0502020204030204" pitchFamily="34" charset="0"/>
              </a:rPr>
              <a:t> </a:t>
            </a:r>
            <a:r>
              <a:rPr lang="en-US" sz="2400" b="1" spc="-60" dirty="0">
                <a:effectLst/>
                <a:latin typeface="Calibri" panose="020F0502020204030204" pitchFamily="34" charset="0"/>
                <a:ea typeface="Calibri" panose="020F0502020204030204" pitchFamily="34" charset="0"/>
              </a:rPr>
              <a:t>:</a:t>
            </a:r>
            <a:endParaRPr lang="en-IN" sz="2400" spc="-5" dirty="0">
              <a:effectLst/>
              <a:latin typeface="Calibri" panose="020F0502020204030204" pitchFamily="34" charset="0"/>
              <a:ea typeface="Calibri" panose="020F0502020204030204" pitchFamily="34" charset="0"/>
            </a:endParaRPr>
          </a:p>
        </p:txBody>
      </p:sp>
      <p:pic>
        <p:nvPicPr>
          <p:cNvPr id="4" name="Image 12">
            <a:extLst>
              <a:ext uri="{FF2B5EF4-FFF2-40B4-BE49-F238E27FC236}">
                <a16:creationId xmlns:a16="http://schemas.microsoft.com/office/drawing/2014/main" id="{CC26D0A3-049D-CC46-D3F6-D722177B94A7}"/>
              </a:ext>
            </a:extLst>
          </p:cNvPr>
          <p:cNvPicPr>
            <a:picLocks/>
          </p:cNvPicPr>
          <p:nvPr/>
        </p:nvPicPr>
        <p:blipFill>
          <a:blip r:embed="rId2" cstate="print"/>
          <a:stretch>
            <a:fillRect/>
          </a:stretch>
        </p:blipFill>
        <p:spPr>
          <a:xfrm>
            <a:off x="1" y="518068"/>
            <a:ext cx="14630400" cy="7655129"/>
          </a:xfrm>
          <a:prstGeom prst="rect">
            <a:avLst/>
          </a:prstGeom>
        </p:spPr>
      </p:pic>
    </p:spTree>
    <p:extLst>
      <p:ext uri="{BB962C8B-B14F-4D97-AF65-F5344CB8AC3E}">
        <p14:creationId xmlns:p14="http://schemas.microsoft.com/office/powerpoint/2010/main" val="19254298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99E4E6-6BED-6F6D-1D34-27961E4F64B6}"/>
              </a:ext>
            </a:extLst>
          </p:cNvPr>
          <p:cNvSpPr txBox="1"/>
          <p:nvPr/>
        </p:nvSpPr>
        <p:spPr>
          <a:xfrm>
            <a:off x="3657600" y="73029"/>
            <a:ext cx="7315200" cy="461665"/>
          </a:xfrm>
          <a:prstGeom prst="rect">
            <a:avLst/>
          </a:prstGeom>
          <a:noFill/>
        </p:spPr>
        <p:txBody>
          <a:bodyPr wrap="square">
            <a:spAutoFit/>
          </a:bodyPr>
          <a:lstStyle/>
          <a:p>
            <a:pPr lvl="2" algn="ctr">
              <a:spcBef>
                <a:spcPts val="25"/>
              </a:spcBef>
              <a:tabLst>
                <a:tab pos="700405" algn="l"/>
              </a:tabLst>
            </a:pPr>
            <a:r>
              <a:rPr lang="en-US" sz="2400" b="1" spc="-5" dirty="0">
                <a:effectLst/>
                <a:latin typeface="Calibri" panose="020F0502020204030204" pitchFamily="34" charset="0"/>
                <a:ea typeface="Calibri" panose="020F0502020204030204" pitchFamily="34" charset="0"/>
              </a:rPr>
              <a:t>Package</a:t>
            </a:r>
            <a:r>
              <a:rPr lang="en-US" sz="2400" b="1" spc="-80" dirty="0">
                <a:effectLst/>
                <a:latin typeface="Calibri" panose="020F0502020204030204" pitchFamily="34" charset="0"/>
                <a:ea typeface="Calibri" panose="020F0502020204030204" pitchFamily="34" charset="0"/>
              </a:rPr>
              <a:t> </a:t>
            </a:r>
            <a:r>
              <a:rPr lang="en-US" sz="2400" b="1" spc="-5" dirty="0">
                <a:effectLst/>
                <a:latin typeface="Calibri" panose="020F0502020204030204" pitchFamily="34" charset="0"/>
                <a:ea typeface="Calibri" panose="020F0502020204030204" pitchFamily="34" charset="0"/>
              </a:rPr>
              <a:t>Display</a:t>
            </a:r>
            <a:r>
              <a:rPr lang="en-US" sz="2400" b="1" spc="-55" dirty="0">
                <a:effectLst/>
                <a:latin typeface="Calibri" panose="020F0502020204030204" pitchFamily="34" charset="0"/>
                <a:ea typeface="Calibri" panose="020F0502020204030204" pitchFamily="34" charset="0"/>
              </a:rPr>
              <a:t> </a:t>
            </a:r>
            <a:r>
              <a:rPr lang="en-US" sz="2400" b="1" spc="-5" dirty="0">
                <a:effectLst/>
                <a:latin typeface="Calibri" panose="020F0502020204030204" pitchFamily="34" charset="0"/>
                <a:ea typeface="Calibri" panose="020F0502020204030204" pitchFamily="34" charset="0"/>
              </a:rPr>
              <a:t>Page</a:t>
            </a:r>
            <a:r>
              <a:rPr lang="en-US" sz="2400" b="1" spc="-45" dirty="0">
                <a:effectLst/>
                <a:latin typeface="Calibri" panose="020F0502020204030204" pitchFamily="34" charset="0"/>
                <a:ea typeface="Calibri" panose="020F0502020204030204" pitchFamily="34" charset="0"/>
              </a:rPr>
              <a:t> </a:t>
            </a:r>
            <a:r>
              <a:rPr lang="en-US" sz="2400" b="1" spc="-50" dirty="0">
                <a:effectLst/>
                <a:latin typeface="Calibri" panose="020F0502020204030204" pitchFamily="34" charset="0"/>
                <a:ea typeface="Calibri" panose="020F0502020204030204" pitchFamily="34" charset="0"/>
              </a:rPr>
              <a:t>:</a:t>
            </a:r>
            <a:endParaRPr lang="en-IN" sz="2400" spc="-5" dirty="0">
              <a:effectLst/>
              <a:latin typeface="Calibri" panose="020F0502020204030204" pitchFamily="34" charset="0"/>
              <a:ea typeface="Calibri" panose="020F0502020204030204" pitchFamily="34" charset="0"/>
            </a:endParaRPr>
          </a:p>
        </p:txBody>
      </p:sp>
      <p:pic>
        <p:nvPicPr>
          <p:cNvPr id="4" name="Image 14">
            <a:extLst>
              <a:ext uri="{FF2B5EF4-FFF2-40B4-BE49-F238E27FC236}">
                <a16:creationId xmlns:a16="http://schemas.microsoft.com/office/drawing/2014/main" id="{2E8EAC73-F3C4-1007-63D5-161CF0BE3B00}"/>
              </a:ext>
            </a:extLst>
          </p:cNvPr>
          <p:cNvPicPr>
            <a:picLocks/>
          </p:cNvPicPr>
          <p:nvPr/>
        </p:nvPicPr>
        <p:blipFill>
          <a:blip r:embed="rId2" cstate="print"/>
          <a:stretch>
            <a:fillRect/>
          </a:stretch>
        </p:blipFill>
        <p:spPr>
          <a:xfrm>
            <a:off x="0" y="534694"/>
            <a:ext cx="14630400" cy="7621877"/>
          </a:xfrm>
          <a:prstGeom prst="rect">
            <a:avLst/>
          </a:prstGeom>
        </p:spPr>
      </p:pic>
    </p:spTree>
    <p:extLst>
      <p:ext uri="{BB962C8B-B14F-4D97-AF65-F5344CB8AC3E}">
        <p14:creationId xmlns:p14="http://schemas.microsoft.com/office/powerpoint/2010/main" val="2269077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D42CD19-97E1-605A-4236-73D97A0B00E7}"/>
              </a:ext>
            </a:extLst>
          </p:cNvPr>
          <p:cNvSpPr txBox="1"/>
          <p:nvPr/>
        </p:nvSpPr>
        <p:spPr>
          <a:xfrm>
            <a:off x="3657600" y="89654"/>
            <a:ext cx="7315200" cy="461665"/>
          </a:xfrm>
          <a:prstGeom prst="rect">
            <a:avLst/>
          </a:prstGeom>
          <a:noFill/>
        </p:spPr>
        <p:txBody>
          <a:bodyPr wrap="square">
            <a:spAutoFit/>
          </a:bodyPr>
          <a:lstStyle/>
          <a:p>
            <a:pPr lvl="1" algn="ctr">
              <a:spcBef>
                <a:spcPts val="10"/>
              </a:spcBef>
              <a:buSzPts val="1800"/>
              <a:tabLst>
                <a:tab pos="479425" algn="l"/>
              </a:tabLst>
            </a:pPr>
            <a:r>
              <a:rPr lang="en-US" sz="2400" b="1" spc="0" dirty="0" err="1">
                <a:effectLst/>
                <a:latin typeface="Calibri" panose="020F0502020204030204" pitchFamily="34" charset="0"/>
                <a:ea typeface="Calibri" panose="020F0502020204030204" pitchFamily="34" charset="0"/>
              </a:rPr>
              <a:t>PackageDetail</a:t>
            </a:r>
            <a:r>
              <a:rPr lang="en-US" sz="2400" b="1" spc="-110" dirty="0">
                <a:effectLst/>
                <a:latin typeface="Calibri" panose="020F0502020204030204" pitchFamily="34" charset="0"/>
                <a:ea typeface="Calibri" panose="020F0502020204030204" pitchFamily="34" charset="0"/>
              </a:rPr>
              <a:t> </a:t>
            </a:r>
            <a:r>
              <a:rPr lang="en-US" sz="2400" b="1" spc="0" dirty="0">
                <a:effectLst/>
                <a:latin typeface="Calibri" panose="020F0502020204030204" pitchFamily="34" charset="0"/>
                <a:ea typeface="Calibri" panose="020F0502020204030204" pitchFamily="34" charset="0"/>
              </a:rPr>
              <a:t>Page</a:t>
            </a:r>
            <a:r>
              <a:rPr lang="en-US" sz="2400" b="1" spc="-85" dirty="0">
                <a:effectLst/>
                <a:latin typeface="Calibri" panose="020F0502020204030204" pitchFamily="34" charset="0"/>
                <a:ea typeface="Calibri" panose="020F0502020204030204" pitchFamily="34" charset="0"/>
              </a:rPr>
              <a:t> </a:t>
            </a:r>
            <a:r>
              <a:rPr lang="en-US" sz="2400" b="1" spc="-50" dirty="0">
                <a:effectLst/>
                <a:latin typeface="Calibri" panose="020F0502020204030204" pitchFamily="34" charset="0"/>
                <a:ea typeface="Calibri" panose="020F0502020204030204" pitchFamily="34" charset="0"/>
              </a:rPr>
              <a:t>:</a:t>
            </a:r>
            <a:endParaRPr lang="en-IN" sz="2400" spc="0" dirty="0">
              <a:effectLst/>
              <a:latin typeface="Calibri" panose="020F0502020204030204" pitchFamily="34" charset="0"/>
              <a:ea typeface="Calibri" panose="020F0502020204030204" pitchFamily="34" charset="0"/>
            </a:endParaRPr>
          </a:p>
        </p:txBody>
      </p:sp>
      <p:pic>
        <p:nvPicPr>
          <p:cNvPr id="4" name="Image 16">
            <a:extLst>
              <a:ext uri="{FF2B5EF4-FFF2-40B4-BE49-F238E27FC236}">
                <a16:creationId xmlns:a16="http://schemas.microsoft.com/office/drawing/2014/main" id="{F961AB75-1C81-54B5-604C-5AE7F983CE3D}"/>
              </a:ext>
            </a:extLst>
          </p:cNvPr>
          <p:cNvPicPr>
            <a:picLocks/>
          </p:cNvPicPr>
          <p:nvPr/>
        </p:nvPicPr>
        <p:blipFill>
          <a:blip r:embed="rId2" cstate="print"/>
          <a:stretch>
            <a:fillRect/>
          </a:stretch>
        </p:blipFill>
        <p:spPr>
          <a:xfrm>
            <a:off x="1" y="551319"/>
            <a:ext cx="14630400" cy="7588627"/>
          </a:xfrm>
          <a:prstGeom prst="rect">
            <a:avLst/>
          </a:prstGeom>
        </p:spPr>
      </p:pic>
    </p:spTree>
    <p:extLst>
      <p:ext uri="{BB962C8B-B14F-4D97-AF65-F5344CB8AC3E}">
        <p14:creationId xmlns:p14="http://schemas.microsoft.com/office/powerpoint/2010/main" val="2910031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7">
            <a:extLst>
              <a:ext uri="{FF2B5EF4-FFF2-40B4-BE49-F238E27FC236}">
                <a16:creationId xmlns:a16="http://schemas.microsoft.com/office/drawing/2014/main" id="{ABEB2C59-CC5F-8046-3490-1B0463A2BFA4}"/>
              </a:ext>
            </a:extLst>
          </p:cNvPr>
          <p:cNvPicPr>
            <a:picLocks/>
          </p:cNvPicPr>
          <p:nvPr/>
        </p:nvPicPr>
        <p:blipFill>
          <a:blip r:embed="rId2" cstate="print"/>
          <a:stretch>
            <a:fillRect/>
          </a:stretch>
        </p:blipFill>
        <p:spPr>
          <a:xfrm>
            <a:off x="0" y="1"/>
            <a:ext cx="14630400" cy="8229600"/>
          </a:xfrm>
          <a:prstGeom prst="rect">
            <a:avLst/>
          </a:prstGeom>
        </p:spPr>
      </p:pic>
    </p:spTree>
    <p:extLst>
      <p:ext uri="{BB962C8B-B14F-4D97-AF65-F5344CB8AC3E}">
        <p14:creationId xmlns:p14="http://schemas.microsoft.com/office/powerpoint/2010/main" val="14260072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2A34570-5FA6-59EF-A021-78C339F0D9C6}"/>
              </a:ext>
            </a:extLst>
          </p:cNvPr>
          <p:cNvSpPr txBox="1"/>
          <p:nvPr/>
        </p:nvSpPr>
        <p:spPr>
          <a:xfrm>
            <a:off x="3657600" y="156156"/>
            <a:ext cx="7315200" cy="461665"/>
          </a:xfrm>
          <a:prstGeom prst="rect">
            <a:avLst/>
          </a:prstGeom>
          <a:noFill/>
        </p:spPr>
        <p:txBody>
          <a:bodyPr wrap="square">
            <a:spAutoFit/>
          </a:bodyPr>
          <a:lstStyle/>
          <a:p>
            <a:pPr lvl="1" algn="ctr">
              <a:spcBef>
                <a:spcPts val="10"/>
              </a:spcBef>
              <a:buSzPts val="1800"/>
              <a:tabLst>
                <a:tab pos="479425" algn="l"/>
              </a:tabLst>
            </a:pPr>
            <a:r>
              <a:rPr lang="en-US" sz="2400" b="1" spc="0" dirty="0">
                <a:effectLst/>
                <a:latin typeface="Calibri" panose="020F0502020204030204" pitchFamily="34" charset="0"/>
                <a:ea typeface="Calibri" panose="020F0502020204030204" pitchFamily="34" charset="0"/>
              </a:rPr>
              <a:t>About</a:t>
            </a:r>
            <a:r>
              <a:rPr lang="en-US" sz="2400" b="1" spc="-20" dirty="0">
                <a:effectLst/>
                <a:latin typeface="Calibri" panose="020F0502020204030204" pitchFamily="34" charset="0"/>
                <a:ea typeface="Calibri" panose="020F0502020204030204" pitchFamily="34" charset="0"/>
              </a:rPr>
              <a:t> </a:t>
            </a:r>
            <a:r>
              <a:rPr lang="en-US" sz="2400" b="1" spc="0" dirty="0">
                <a:effectLst/>
                <a:latin typeface="Calibri" panose="020F0502020204030204" pitchFamily="34" charset="0"/>
                <a:ea typeface="Calibri" panose="020F0502020204030204" pitchFamily="34" charset="0"/>
              </a:rPr>
              <a:t>Us</a:t>
            </a:r>
            <a:r>
              <a:rPr lang="en-US" sz="2400" b="1" spc="-20" dirty="0">
                <a:effectLst/>
                <a:latin typeface="Calibri" panose="020F0502020204030204" pitchFamily="34" charset="0"/>
                <a:ea typeface="Calibri" panose="020F0502020204030204" pitchFamily="34" charset="0"/>
              </a:rPr>
              <a:t> </a:t>
            </a:r>
            <a:r>
              <a:rPr lang="en-US" sz="2400" b="1" spc="0" dirty="0">
                <a:effectLst/>
                <a:latin typeface="Calibri" panose="020F0502020204030204" pitchFamily="34" charset="0"/>
                <a:ea typeface="Calibri" panose="020F0502020204030204" pitchFamily="34" charset="0"/>
              </a:rPr>
              <a:t>Page</a:t>
            </a:r>
            <a:r>
              <a:rPr lang="en-US" sz="2400" b="1" spc="-20" dirty="0">
                <a:effectLst/>
                <a:latin typeface="Calibri" panose="020F0502020204030204" pitchFamily="34" charset="0"/>
                <a:ea typeface="Calibri" panose="020F0502020204030204" pitchFamily="34" charset="0"/>
              </a:rPr>
              <a:t> </a:t>
            </a:r>
            <a:r>
              <a:rPr lang="en-US" sz="2400" b="1" spc="-50" dirty="0">
                <a:effectLst/>
                <a:latin typeface="Calibri" panose="020F0502020204030204" pitchFamily="34" charset="0"/>
                <a:ea typeface="Calibri" panose="020F0502020204030204" pitchFamily="34" charset="0"/>
              </a:rPr>
              <a:t>:</a:t>
            </a:r>
            <a:endParaRPr lang="en-IN" sz="2400" spc="0" dirty="0">
              <a:effectLst/>
              <a:latin typeface="Calibri" panose="020F0502020204030204" pitchFamily="34" charset="0"/>
              <a:ea typeface="Calibri" panose="020F0502020204030204" pitchFamily="34" charset="0"/>
            </a:endParaRPr>
          </a:p>
        </p:txBody>
      </p:sp>
      <p:pic>
        <p:nvPicPr>
          <p:cNvPr id="4" name="Image 18">
            <a:extLst>
              <a:ext uri="{FF2B5EF4-FFF2-40B4-BE49-F238E27FC236}">
                <a16:creationId xmlns:a16="http://schemas.microsoft.com/office/drawing/2014/main" id="{D9B0165C-38F6-593A-88AF-04861F57BDD7}"/>
              </a:ext>
            </a:extLst>
          </p:cNvPr>
          <p:cNvPicPr>
            <a:picLocks/>
          </p:cNvPicPr>
          <p:nvPr/>
        </p:nvPicPr>
        <p:blipFill>
          <a:blip r:embed="rId2" cstate="print"/>
          <a:stretch>
            <a:fillRect/>
          </a:stretch>
        </p:blipFill>
        <p:spPr>
          <a:xfrm>
            <a:off x="0" y="764771"/>
            <a:ext cx="14630400" cy="7308673"/>
          </a:xfrm>
          <a:prstGeom prst="rect">
            <a:avLst/>
          </a:prstGeom>
        </p:spPr>
      </p:pic>
    </p:spTree>
    <p:extLst>
      <p:ext uri="{BB962C8B-B14F-4D97-AF65-F5344CB8AC3E}">
        <p14:creationId xmlns:p14="http://schemas.microsoft.com/office/powerpoint/2010/main" val="6803022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BC1FB0E-FD4F-EA95-8735-DAB93BA05FF4}"/>
              </a:ext>
            </a:extLst>
          </p:cNvPr>
          <p:cNvSpPr txBox="1"/>
          <p:nvPr/>
        </p:nvSpPr>
        <p:spPr>
          <a:xfrm>
            <a:off x="3657600" y="204246"/>
            <a:ext cx="7315200" cy="461665"/>
          </a:xfrm>
          <a:prstGeom prst="rect">
            <a:avLst/>
          </a:prstGeom>
          <a:noFill/>
        </p:spPr>
        <p:txBody>
          <a:bodyPr wrap="square">
            <a:spAutoFit/>
          </a:bodyPr>
          <a:lstStyle/>
          <a:p>
            <a:pPr algn="ctr"/>
            <a:r>
              <a:rPr lang="en-US" sz="2400" b="1" dirty="0">
                <a:effectLst/>
                <a:latin typeface="Calibri" panose="020F0502020204030204" pitchFamily="34" charset="0"/>
                <a:ea typeface="Calibri" panose="020F0502020204030204" pitchFamily="34" charset="0"/>
              </a:rPr>
              <a:t>Contact</a:t>
            </a:r>
            <a:r>
              <a:rPr lang="en-US" sz="2400" b="1" spc="-40" dirty="0">
                <a:effectLst/>
                <a:latin typeface="Calibri" panose="020F0502020204030204" pitchFamily="34" charset="0"/>
                <a:ea typeface="Calibri" panose="020F0502020204030204" pitchFamily="34" charset="0"/>
              </a:rPr>
              <a:t> </a:t>
            </a:r>
            <a:r>
              <a:rPr lang="en-US" sz="2400" b="1" dirty="0">
                <a:effectLst/>
                <a:latin typeface="Calibri" panose="020F0502020204030204" pitchFamily="34" charset="0"/>
                <a:ea typeface="Calibri" panose="020F0502020204030204" pitchFamily="34" charset="0"/>
              </a:rPr>
              <a:t>Us</a:t>
            </a:r>
            <a:r>
              <a:rPr lang="en-US" sz="2400" b="1" spc="-35" dirty="0">
                <a:effectLst/>
                <a:latin typeface="Calibri" panose="020F0502020204030204" pitchFamily="34" charset="0"/>
                <a:ea typeface="Calibri" panose="020F0502020204030204" pitchFamily="34" charset="0"/>
              </a:rPr>
              <a:t> </a:t>
            </a:r>
            <a:r>
              <a:rPr lang="en-US" sz="2400" b="1" dirty="0">
                <a:effectLst/>
                <a:latin typeface="Calibri" panose="020F0502020204030204" pitchFamily="34" charset="0"/>
                <a:ea typeface="Calibri" panose="020F0502020204030204" pitchFamily="34" charset="0"/>
              </a:rPr>
              <a:t>Page</a:t>
            </a:r>
            <a:r>
              <a:rPr lang="en-US" sz="2400" b="1" spc="-40" dirty="0">
                <a:effectLst/>
                <a:latin typeface="Calibri" panose="020F0502020204030204" pitchFamily="34" charset="0"/>
                <a:ea typeface="Calibri" panose="020F0502020204030204" pitchFamily="34" charset="0"/>
              </a:rPr>
              <a:t> </a:t>
            </a:r>
            <a:r>
              <a:rPr lang="en-US" sz="2400" b="1" spc="-50" dirty="0">
                <a:effectLst/>
                <a:latin typeface="Calibri" panose="020F0502020204030204" pitchFamily="34" charset="0"/>
                <a:ea typeface="Calibri" panose="020F0502020204030204" pitchFamily="34" charset="0"/>
              </a:rPr>
              <a:t>:</a:t>
            </a:r>
            <a:endParaRPr lang="en-IN" sz="2400" dirty="0"/>
          </a:p>
        </p:txBody>
      </p:sp>
      <p:pic>
        <p:nvPicPr>
          <p:cNvPr id="4" name="Image 20">
            <a:extLst>
              <a:ext uri="{FF2B5EF4-FFF2-40B4-BE49-F238E27FC236}">
                <a16:creationId xmlns:a16="http://schemas.microsoft.com/office/drawing/2014/main" id="{F8E637CD-6148-F6F3-D814-CE9FE2DE2E75}"/>
              </a:ext>
            </a:extLst>
          </p:cNvPr>
          <p:cNvPicPr>
            <a:picLocks/>
          </p:cNvPicPr>
          <p:nvPr/>
        </p:nvPicPr>
        <p:blipFill>
          <a:blip r:embed="rId2" cstate="print"/>
          <a:stretch>
            <a:fillRect/>
          </a:stretch>
        </p:blipFill>
        <p:spPr>
          <a:xfrm>
            <a:off x="0" y="847898"/>
            <a:ext cx="14630400" cy="7381702"/>
          </a:xfrm>
          <a:prstGeom prst="rect">
            <a:avLst/>
          </a:prstGeom>
        </p:spPr>
      </p:pic>
    </p:spTree>
    <p:extLst>
      <p:ext uri="{BB962C8B-B14F-4D97-AF65-F5344CB8AC3E}">
        <p14:creationId xmlns:p14="http://schemas.microsoft.com/office/powerpoint/2010/main" val="943127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9ACA5CB-EA80-4886-8164-790E227ADD6B}"/>
              </a:ext>
            </a:extLst>
          </p:cNvPr>
          <p:cNvSpPr txBox="1"/>
          <p:nvPr/>
        </p:nvSpPr>
        <p:spPr>
          <a:xfrm>
            <a:off x="3657600" y="239283"/>
            <a:ext cx="7315200" cy="461665"/>
          </a:xfrm>
          <a:prstGeom prst="rect">
            <a:avLst/>
          </a:prstGeom>
          <a:noFill/>
        </p:spPr>
        <p:txBody>
          <a:bodyPr wrap="square">
            <a:spAutoFit/>
          </a:bodyPr>
          <a:lstStyle/>
          <a:p>
            <a:pPr lvl="1" algn="ctr">
              <a:spcBef>
                <a:spcPts val="10"/>
              </a:spcBef>
              <a:buSzPts val="1800"/>
              <a:tabLst>
                <a:tab pos="479425" algn="l"/>
              </a:tabLst>
            </a:pPr>
            <a:r>
              <a:rPr lang="en-US" sz="2400" b="1" spc="0" dirty="0">
                <a:effectLst/>
                <a:latin typeface="Calibri" panose="020F0502020204030204" pitchFamily="34" charset="0"/>
                <a:ea typeface="Calibri" panose="020F0502020204030204" pitchFamily="34" charset="0"/>
              </a:rPr>
              <a:t>Login</a:t>
            </a:r>
            <a:r>
              <a:rPr lang="en-US" sz="2400" b="1" spc="-45" dirty="0">
                <a:effectLst/>
                <a:latin typeface="Calibri" panose="020F0502020204030204" pitchFamily="34" charset="0"/>
                <a:ea typeface="Calibri" panose="020F0502020204030204" pitchFamily="34" charset="0"/>
              </a:rPr>
              <a:t> </a:t>
            </a:r>
            <a:r>
              <a:rPr lang="en-US" sz="2400" b="1" spc="0" dirty="0">
                <a:effectLst/>
                <a:latin typeface="Calibri" panose="020F0502020204030204" pitchFamily="34" charset="0"/>
                <a:ea typeface="Calibri" panose="020F0502020204030204" pitchFamily="34" charset="0"/>
              </a:rPr>
              <a:t>Page</a:t>
            </a:r>
            <a:r>
              <a:rPr lang="en-US" sz="2400" b="1" spc="-35" dirty="0">
                <a:effectLst/>
                <a:latin typeface="Calibri" panose="020F0502020204030204" pitchFamily="34" charset="0"/>
                <a:ea typeface="Calibri" panose="020F0502020204030204" pitchFamily="34" charset="0"/>
              </a:rPr>
              <a:t> </a:t>
            </a:r>
            <a:r>
              <a:rPr lang="en-US" sz="2400" b="1" spc="-50" dirty="0">
                <a:effectLst/>
                <a:latin typeface="Calibri" panose="020F0502020204030204" pitchFamily="34" charset="0"/>
                <a:ea typeface="Calibri" panose="020F0502020204030204" pitchFamily="34" charset="0"/>
              </a:rPr>
              <a:t>:</a:t>
            </a:r>
            <a:endParaRPr lang="en-IN" sz="2400" spc="0" dirty="0">
              <a:effectLst/>
              <a:latin typeface="Calibri" panose="020F0502020204030204" pitchFamily="34" charset="0"/>
              <a:ea typeface="Calibri" panose="020F0502020204030204" pitchFamily="34" charset="0"/>
            </a:endParaRPr>
          </a:p>
        </p:txBody>
      </p:sp>
      <p:pic>
        <p:nvPicPr>
          <p:cNvPr id="4" name="Image 22">
            <a:extLst>
              <a:ext uri="{FF2B5EF4-FFF2-40B4-BE49-F238E27FC236}">
                <a16:creationId xmlns:a16="http://schemas.microsoft.com/office/drawing/2014/main" id="{808C405D-5E59-0D93-26DD-AF9D0E21DB30}"/>
              </a:ext>
            </a:extLst>
          </p:cNvPr>
          <p:cNvPicPr>
            <a:picLocks/>
          </p:cNvPicPr>
          <p:nvPr/>
        </p:nvPicPr>
        <p:blipFill>
          <a:blip r:embed="rId2" cstate="print"/>
          <a:stretch>
            <a:fillRect/>
          </a:stretch>
        </p:blipFill>
        <p:spPr>
          <a:xfrm>
            <a:off x="1" y="831272"/>
            <a:ext cx="14630400" cy="7281949"/>
          </a:xfrm>
          <a:prstGeom prst="rect">
            <a:avLst/>
          </a:prstGeom>
        </p:spPr>
      </p:pic>
    </p:spTree>
    <p:extLst>
      <p:ext uri="{BB962C8B-B14F-4D97-AF65-F5344CB8AC3E}">
        <p14:creationId xmlns:p14="http://schemas.microsoft.com/office/powerpoint/2010/main" val="4920993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39A525-FDC7-E3E9-526B-EF2CFB46E63C}"/>
              </a:ext>
            </a:extLst>
          </p:cNvPr>
          <p:cNvSpPr txBox="1"/>
          <p:nvPr/>
        </p:nvSpPr>
        <p:spPr>
          <a:xfrm>
            <a:off x="3657600" y="189407"/>
            <a:ext cx="7315200" cy="461665"/>
          </a:xfrm>
          <a:prstGeom prst="rect">
            <a:avLst/>
          </a:prstGeom>
          <a:noFill/>
        </p:spPr>
        <p:txBody>
          <a:bodyPr wrap="square">
            <a:spAutoFit/>
          </a:bodyPr>
          <a:lstStyle/>
          <a:p>
            <a:pPr lvl="1" algn="ctr">
              <a:spcBef>
                <a:spcPts val="1650"/>
              </a:spcBef>
              <a:buSzPts val="1800"/>
              <a:tabLst>
                <a:tab pos="479425" algn="l"/>
              </a:tabLst>
            </a:pPr>
            <a:r>
              <a:rPr lang="en-US" sz="2400" b="1" spc="0" dirty="0">
                <a:effectLst/>
                <a:latin typeface="Calibri" panose="020F0502020204030204" pitchFamily="34" charset="0"/>
                <a:ea typeface="Calibri" panose="020F0502020204030204" pitchFamily="34" charset="0"/>
              </a:rPr>
              <a:t>Register</a:t>
            </a:r>
            <a:r>
              <a:rPr lang="en-US" sz="2400" b="1" spc="-75" dirty="0">
                <a:effectLst/>
                <a:latin typeface="Calibri" panose="020F0502020204030204" pitchFamily="34" charset="0"/>
                <a:ea typeface="Calibri" panose="020F0502020204030204" pitchFamily="34" charset="0"/>
              </a:rPr>
              <a:t> </a:t>
            </a:r>
            <a:r>
              <a:rPr lang="en-US" sz="2400" b="1" spc="0" dirty="0">
                <a:effectLst/>
                <a:latin typeface="Calibri" panose="020F0502020204030204" pitchFamily="34" charset="0"/>
                <a:ea typeface="Calibri" panose="020F0502020204030204" pitchFamily="34" charset="0"/>
              </a:rPr>
              <a:t>Page</a:t>
            </a:r>
            <a:r>
              <a:rPr lang="en-US" sz="2400" b="1" spc="-70" dirty="0">
                <a:effectLst/>
                <a:latin typeface="Calibri" panose="020F0502020204030204" pitchFamily="34" charset="0"/>
                <a:ea typeface="Calibri" panose="020F0502020204030204" pitchFamily="34" charset="0"/>
              </a:rPr>
              <a:t> </a:t>
            </a:r>
            <a:r>
              <a:rPr lang="en-US" sz="2400" b="1" spc="-50" dirty="0">
                <a:effectLst/>
                <a:latin typeface="Calibri" panose="020F0502020204030204" pitchFamily="34" charset="0"/>
                <a:ea typeface="Calibri" panose="020F0502020204030204" pitchFamily="34" charset="0"/>
              </a:rPr>
              <a:t>:</a:t>
            </a:r>
            <a:endParaRPr lang="en-IN" sz="2400" spc="0" dirty="0">
              <a:effectLst/>
              <a:latin typeface="Calibri" panose="020F0502020204030204" pitchFamily="34" charset="0"/>
              <a:ea typeface="Calibri" panose="020F0502020204030204" pitchFamily="34" charset="0"/>
            </a:endParaRPr>
          </a:p>
        </p:txBody>
      </p:sp>
      <p:pic>
        <p:nvPicPr>
          <p:cNvPr id="4" name="Image 23">
            <a:extLst>
              <a:ext uri="{FF2B5EF4-FFF2-40B4-BE49-F238E27FC236}">
                <a16:creationId xmlns:a16="http://schemas.microsoft.com/office/drawing/2014/main" id="{17B577D5-CFE4-7399-67A0-343B6DDDEEA6}"/>
              </a:ext>
            </a:extLst>
          </p:cNvPr>
          <p:cNvPicPr>
            <a:picLocks/>
          </p:cNvPicPr>
          <p:nvPr/>
        </p:nvPicPr>
        <p:blipFill>
          <a:blip r:embed="rId2" cstate="print"/>
          <a:stretch>
            <a:fillRect/>
          </a:stretch>
        </p:blipFill>
        <p:spPr>
          <a:xfrm>
            <a:off x="0" y="814647"/>
            <a:ext cx="14630399" cy="7414953"/>
          </a:xfrm>
          <a:prstGeom prst="rect">
            <a:avLst/>
          </a:prstGeom>
        </p:spPr>
      </p:pic>
    </p:spTree>
    <p:extLst>
      <p:ext uri="{BB962C8B-B14F-4D97-AF65-F5344CB8AC3E}">
        <p14:creationId xmlns:p14="http://schemas.microsoft.com/office/powerpoint/2010/main" val="15501454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6C93694-5392-85B9-723C-B5D777931887}"/>
              </a:ext>
            </a:extLst>
          </p:cNvPr>
          <p:cNvSpPr txBox="1"/>
          <p:nvPr/>
        </p:nvSpPr>
        <p:spPr>
          <a:xfrm>
            <a:off x="1305098" y="2971492"/>
            <a:ext cx="12020204" cy="1384995"/>
          </a:xfrm>
          <a:prstGeom prst="rect">
            <a:avLst/>
          </a:prstGeom>
          <a:noFill/>
        </p:spPr>
        <p:txBody>
          <a:bodyPr wrap="square">
            <a:spAutoFit/>
          </a:bodyPr>
          <a:lstStyle/>
          <a:p>
            <a:r>
              <a:rPr lang="en-IN" sz="4800" i="1" dirty="0">
                <a:latin typeface="Crimson Pro Bold"/>
              </a:rPr>
              <a:t>Thank You for Giving Your Precious Time</a:t>
            </a:r>
          </a:p>
          <a:p>
            <a:r>
              <a:rPr lang="en-IN" sz="3600" dirty="0">
                <a:latin typeface="Crimson Pro Bold"/>
              </a:rPr>
              <a:t>									- Team </a:t>
            </a:r>
            <a:r>
              <a:rPr lang="en-IN" sz="3600" dirty="0" err="1">
                <a:latin typeface="Crimson Pro Bold"/>
              </a:rPr>
              <a:t>Momento</a:t>
            </a:r>
            <a:endParaRPr lang="en-IN" sz="3600" dirty="0">
              <a:latin typeface="Crimson Pro Bold"/>
            </a:endParaRPr>
          </a:p>
        </p:txBody>
      </p:sp>
      <p:pic>
        <p:nvPicPr>
          <p:cNvPr id="4" name="Picture 3">
            <a:extLst>
              <a:ext uri="{FF2B5EF4-FFF2-40B4-BE49-F238E27FC236}">
                <a16:creationId xmlns:a16="http://schemas.microsoft.com/office/drawing/2014/main" id="{19ED3EF1-3A93-5845-8695-AC4EA003A990}"/>
              </a:ext>
            </a:extLst>
          </p:cNvPr>
          <p:cNvPicPr>
            <a:picLocks noChangeAspect="1"/>
          </p:cNvPicPr>
          <p:nvPr/>
        </p:nvPicPr>
        <p:blipFill>
          <a:blip r:embed="rId2"/>
          <a:stretch>
            <a:fillRect/>
          </a:stretch>
        </p:blipFill>
        <p:spPr>
          <a:xfrm>
            <a:off x="12543991" y="7654636"/>
            <a:ext cx="1990725" cy="533400"/>
          </a:xfrm>
          <a:prstGeom prst="rect">
            <a:avLst/>
          </a:prstGeom>
        </p:spPr>
      </p:pic>
    </p:spTree>
    <p:extLst>
      <p:ext uri="{BB962C8B-B14F-4D97-AF65-F5344CB8AC3E}">
        <p14:creationId xmlns:p14="http://schemas.microsoft.com/office/powerpoint/2010/main" val="29971493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887</TotalTime>
  <Words>1824</Words>
  <Application>Microsoft Office PowerPoint</Application>
  <PresentationFormat>Custom</PresentationFormat>
  <Paragraphs>372</Paragraphs>
  <Slides>43</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43</vt:i4>
      </vt:variant>
    </vt:vector>
  </HeadingPairs>
  <TitlesOfParts>
    <vt:vector size="51" baseType="lpstr">
      <vt:lpstr>Source Sans 3</vt:lpstr>
      <vt:lpstr>Calibri</vt:lpstr>
      <vt:lpstr>Arial</vt:lpstr>
      <vt:lpstr>Cambria</vt:lpstr>
      <vt:lpstr>Crimson Pro Bold</vt:lpstr>
      <vt:lpstr>Wingdings</vt:lpstr>
      <vt:lpstr>Montserrat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vaidyamihir999@gmail.com</cp:lastModifiedBy>
  <cp:revision>5</cp:revision>
  <dcterms:created xsi:type="dcterms:W3CDTF">2026-03-02T17:58:36Z</dcterms:created>
  <dcterms:modified xsi:type="dcterms:W3CDTF">2026-03-09T16:57:51Z</dcterms:modified>
</cp:coreProperties>
</file>